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8288000" cy="10287000"/>
  <p:notesSz cx="6858000" cy="9144000"/>
  <p:embeddedFontLst>
    <p:embeddedFont>
      <p:font typeface="Coco Gothic" panose="020B0604020202020204" charset="0"/>
      <p:regular r:id="rId23"/>
    </p:embeddedFont>
    <p:embeddedFont>
      <p:font typeface="Coco Gothic Bold" panose="020B0604020202020204" charset="0"/>
      <p:regular r:id="rId24"/>
    </p:embeddedFont>
    <p:embeddedFont>
      <p:font typeface="TAN Headline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5" d="100"/>
          <a:sy n="45" d="100"/>
        </p:scale>
        <p:origin x="584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.svg"/><Relationship Id="rId7" Type="http://schemas.openxmlformats.org/officeDocument/2006/relationships/image" Target="../media/image2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Relationship Id="rId9" Type="http://schemas.openxmlformats.org/officeDocument/2006/relationships/image" Target="../media/image24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.svg"/><Relationship Id="rId7" Type="http://schemas.openxmlformats.org/officeDocument/2006/relationships/image" Target="../media/image2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Relationship Id="rId9" Type="http://schemas.openxmlformats.org/officeDocument/2006/relationships/image" Target="../media/image2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30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.svg"/><Relationship Id="rId7" Type="http://schemas.openxmlformats.org/officeDocument/2006/relationships/image" Target="../media/image32.svg"/><Relationship Id="rId12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image" Target="../media/image16.svg"/><Relationship Id="rId5" Type="http://schemas.openxmlformats.org/officeDocument/2006/relationships/image" Target="../media/image20.svg"/><Relationship Id="rId10" Type="http://schemas.openxmlformats.org/officeDocument/2006/relationships/image" Target="../media/image15.png"/><Relationship Id="rId4" Type="http://schemas.openxmlformats.org/officeDocument/2006/relationships/image" Target="../media/image19.png"/><Relationship Id="rId9" Type="http://schemas.openxmlformats.org/officeDocument/2006/relationships/image" Target="../media/image34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.svg"/><Relationship Id="rId7" Type="http://schemas.openxmlformats.org/officeDocument/2006/relationships/image" Target="../media/image32.svg"/><Relationship Id="rId12" Type="http://schemas.openxmlformats.org/officeDocument/2006/relationships/image" Target="../media/image3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image" Target="../media/image16.svg"/><Relationship Id="rId5" Type="http://schemas.openxmlformats.org/officeDocument/2006/relationships/image" Target="../media/image20.svg"/><Relationship Id="rId10" Type="http://schemas.openxmlformats.org/officeDocument/2006/relationships/image" Target="../media/image15.png"/><Relationship Id="rId4" Type="http://schemas.openxmlformats.org/officeDocument/2006/relationships/image" Target="../media/image19.png"/><Relationship Id="rId9" Type="http://schemas.openxmlformats.org/officeDocument/2006/relationships/image" Target="../media/image34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.svg"/><Relationship Id="rId7" Type="http://schemas.openxmlformats.org/officeDocument/2006/relationships/image" Target="../media/image32.svg"/><Relationship Id="rId12" Type="http://schemas.openxmlformats.org/officeDocument/2006/relationships/image" Target="../media/image3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image" Target="../media/image16.svg"/><Relationship Id="rId5" Type="http://schemas.openxmlformats.org/officeDocument/2006/relationships/image" Target="../media/image20.svg"/><Relationship Id="rId10" Type="http://schemas.openxmlformats.org/officeDocument/2006/relationships/image" Target="../media/image15.png"/><Relationship Id="rId4" Type="http://schemas.openxmlformats.org/officeDocument/2006/relationships/image" Target="../media/image19.png"/><Relationship Id="rId9" Type="http://schemas.openxmlformats.org/officeDocument/2006/relationships/image" Target="../media/image34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.svg"/><Relationship Id="rId7" Type="http://schemas.openxmlformats.org/officeDocument/2006/relationships/image" Target="../media/image32.svg"/><Relationship Id="rId12" Type="http://schemas.openxmlformats.org/officeDocument/2006/relationships/image" Target="../media/image3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image" Target="../media/image16.svg"/><Relationship Id="rId5" Type="http://schemas.openxmlformats.org/officeDocument/2006/relationships/image" Target="../media/image20.svg"/><Relationship Id="rId10" Type="http://schemas.openxmlformats.org/officeDocument/2006/relationships/image" Target="../media/image15.png"/><Relationship Id="rId4" Type="http://schemas.openxmlformats.org/officeDocument/2006/relationships/image" Target="../media/image19.png"/><Relationship Id="rId9" Type="http://schemas.openxmlformats.org/officeDocument/2006/relationships/image" Target="../media/image34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.svg"/><Relationship Id="rId7" Type="http://schemas.openxmlformats.org/officeDocument/2006/relationships/image" Target="../media/image32.svg"/><Relationship Id="rId12" Type="http://schemas.openxmlformats.org/officeDocument/2006/relationships/image" Target="../media/image3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image" Target="../media/image16.svg"/><Relationship Id="rId5" Type="http://schemas.openxmlformats.org/officeDocument/2006/relationships/image" Target="../media/image20.svg"/><Relationship Id="rId10" Type="http://schemas.openxmlformats.org/officeDocument/2006/relationships/image" Target="../media/image15.png"/><Relationship Id="rId4" Type="http://schemas.openxmlformats.org/officeDocument/2006/relationships/image" Target="../media/image19.png"/><Relationship Id="rId9" Type="http://schemas.openxmlformats.org/officeDocument/2006/relationships/image" Target="../media/image34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.svg"/><Relationship Id="rId7" Type="http://schemas.openxmlformats.org/officeDocument/2006/relationships/image" Target="../media/image32.svg"/><Relationship Id="rId12" Type="http://schemas.openxmlformats.org/officeDocument/2006/relationships/image" Target="../media/image40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image" Target="../media/image16.svg"/><Relationship Id="rId5" Type="http://schemas.openxmlformats.org/officeDocument/2006/relationships/image" Target="../media/image20.svg"/><Relationship Id="rId10" Type="http://schemas.openxmlformats.org/officeDocument/2006/relationships/image" Target="../media/image15.png"/><Relationship Id="rId4" Type="http://schemas.openxmlformats.org/officeDocument/2006/relationships/image" Target="../media/image19.png"/><Relationship Id="rId9" Type="http://schemas.openxmlformats.org/officeDocument/2006/relationships/image" Target="../media/image34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.svg"/><Relationship Id="rId7" Type="http://schemas.openxmlformats.org/officeDocument/2006/relationships/image" Target="../media/image2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Relationship Id="rId9" Type="http://schemas.openxmlformats.org/officeDocument/2006/relationships/image" Target="../media/image28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.svg"/><Relationship Id="rId7" Type="http://schemas.openxmlformats.org/officeDocument/2006/relationships/image" Target="../media/image2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Relationship Id="rId9" Type="http://schemas.openxmlformats.org/officeDocument/2006/relationships/image" Target="../media/image28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.svg"/><Relationship Id="rId7" Type="http://schemas.openxmlformats.org/officeDocument/2006/relationships/image" Target="../media/image2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Relationship Id="rId9" Type="http://schemas.openxmlformats.org/officeDocument/2006/relationships/image" Target="../media/image28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.svg"/><Relationship Id="rId7" Type="http://schemas.openxmlformats.org/officeDocument/2006/relationships/image" Target="../media/image2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Relationship Id="rId9" Type="http://schemas.openxmlformats.org/officeDocument/2006/relationships/image" Target="../media/image28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.svg"/><Relationship Id="rId7" Type="http://schemas.openxmlformats.org/officeDocument/2006/relationships/image" Target="../media/image2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Relationship Id="rId9" Type="http://schemas.openxmlformats.org/officeDocument/2006/relationships/image" Target="../media/image28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.svg"/><Relationship Id="rId7" Type="http://schemas.openxmlformats.org/officeDocument/2006/relationships/image" Target="../media/image2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Relationship Id="rId9" Type="http://schemas.openxmlformats.org/officeDocument/2006/relationships/image" Target="../media/image28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.svg"/><Relationship Id="rId7" Type="http://schemas.openxmlformats.org/officeDocument/2006/relationships/image" Target="../media/image2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Relationship Id="rId9" Type="http://schemas.openxmlformats.org/officeDocument/2006/relationships/image" Target="../media/image28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.svg"/><Relationship Id="rId7" Type="http://schemas.openxmlformats.org/officeDocument/2006/relationships/image" Target="../media/image2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Relationship Id="rId9" Type="http://schemas.openxmlformats.org/officeDocument/2006/relationships/image" Target="../media/image28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svg"/><Relationship Id="rId4" Type="http://schemas.openxmlformats.org/officeDocument/2006/relationships/image" Target="../media/image4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.svg"/><Relationship Id="rId7" Type="http://schemas.openxmlformats.org/officeDocument/2006/relationships/image" Target="../media/image2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Relationship Id="rId9" Type="http://schemas.openxmlformats.org/officeDocument/2006/relationships/image" Target="../media/image28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91004">
            <a:off x="9581993" y="1000174"/>
            <a:ext cx="9743832" cy="10202966"/>
          </a:xfrm>
          <a:custGeom>
            <a:avLst/>
            <a:gdLst/>
            <a:ahLst/>
            <a:cxnLst/>
            <a:rect l="l" t="t" r="r" b="b"/>
            <a:pathLst>
              <a:path w="9743832" h="10202966">
                <a:moveTo>
                  <a:pt x="0" y="0"/>
                </a:moveTo>
                <a:lnTo>
                  <a:pt x="9743832" y="0"/>
                </a:lnTo>
                <a:lnTo>
                  <a:pt x="9743832" y="10202966"/>
                </a:lnTo>
                <a:lnTo>
                  <a:pt x="0" y="10202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755965">
            <a:off x="-1305642" y="731692"/>
            <a:ext cx="9743832" cy="10202966"/>
          </a:xfrm>
          <a:custGeom>
            <a:avLst/>
            <a:gdLst/>
            <a:ahLst/>
            <a:cxnLst/>
            <a:rect l="l" t="t" r="r" b="b"/>
            <a:pathLst>
              <a:path w="9743832" h="10202966">
                <a:moveTo>
                  <a:pt x="0" y="0"/>
                </a:moveTo>
                <a:lnTo>
                  <a:pt x="9743832" y="0"/>
                </a:lnTo>
                <a:lnTo>
                  <a:pt x="9743832" y="10202966"/>
                </a:lnTo>
                <a:lnTo>
                  <a:pt x="0" y="10202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844355" y="5705171"/>
            <a:ext cx="14599291" cy="9163657"/>
          </a:xfrm>
          <a:custGeom>
            <a:avLst/>
            <a:gdLst/>
            <a:ahLst/>
            <a:cxnLst/>
            <a:rect l="l" t="t" r="r" b="b"/>
            <a:pathLst>
              <a:path w="14599291" h="9163657">
                <a:moveTo>
                  <a:pt x="14599290" y="0"/>
                </a:moveTo>
                <a:lnTo>
                  <a:pt x="0" y="0"/>
                </a:lnTo>
                <a:lnTo>
                  <a:pt x="0" y="9163658"/>
                </a:lnTo>
                <a:lnTo>
                  <a:pt x="14599290" y="9163658"/>
                </a:lnTo>
                <a:lnTo>
                  <a:pt x="1459929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216366" y="5042801"/>
            <a:ext cx="4127261" cy="5717869"/>
          </a:xfrm>
          <a:custGeom>
            <a:avLst/>
            <a:gdLst/>
            <a:ahLst/>
            <a:cxnLst/>
            <a:rect l="l" t="t" r="r" b="b"/>
            <a:pathLst>
              <a:path w="4127261" h="5717869">
                <a:moveTo>
                  <a:pt x="0" y="0"/>
                </a:moveTo>
                <a:lnTo>
                  <a:pt x="4127262" y="0"/>
                </a:lnTo>
                <a:lnTo>
                  <a:pt x="4127262" y="5717869"/>
                </a:lnTo>
                <a:lnTo>
                  <a:pt x="0" y="57178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144000" y="4573289"/>
            <a:ext cx="4364916" cy="6187381"/>
          </a:xfrm>
          <a:custGeom>
            <a:avLst/>
            <a:gdLst/>
            <a:ahLst/>
            <a:cxnLst/>
            <a:rect l="l" t="t" r="r" b="b"/>
            <a:pathLst>
              <a:path w="4364916" h="6187381">
                <a:moveTo>
                  <a:pt x="0" y="0"/>
                </a:moveTo>
                <a:lnTo>
                  <a:pt x="4364916" y="0"/>
                </a:lnTo>
                <a:lnTo>
                  <a:pt x="4364916" y="6187381"/>
                </a:lnTo>
                <a:lnTo>
                  <a:pt x="0" y="61873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87407" y="6174334"/>
            <a:ext cx="3531385" cy="3815463"/>
          </a:xfrm>
          <a:custGeom>
            <a:avLst/>
            <a:gdLst/>
            <a:ahLst/>
            <a:cxnLst/>
            <a:rect l="l" t="t" r="r" b="b"/>
            <a:pathLst>
              <a:path w="3531385" h="3815463">
                <a:moveTo>
                  <a:pt x="0" y="0"/>
                </a:moveTo>
                <a:lnTo>
                  <a:pt x="3531386" y="0"/>
                </a:lnTo>
                <a:lnTo>
                  <a:pt x="3531386" y="3815463"/>
                </a:lnTo>
                <a:lnTo>
                  <a:pt x="0" y="38154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12543402" y="6083768"/>
            <a:ext cx="3531385" cy="3815463"/>
          </a:xfrm>
          <a:custGeom>
            <a:avLst/>
            <a:gdLst/>
            <a:ahLst/>
            <a:cxnLst/>
            <a:rect l="l" t="t" r="r" b="b"/>
            <a:pathLst>
              <a:path w="3531385" h="3815463">
                <a:moveTo>
                  <a:pt x="3531386" y="0"/>
                </a:moveTo>
                <a:lnTo>
                  <a:pt x="0" y="0"/>
                </a:lnTo>
                <a:lnTo>
                  <a:pt x="0" y="3815463"/>
                </a:lnTo>
                <a:lnTo>
                  <a:pt x="3531386" y="3815463"/>
                </a:lnTo>
                <a:lnTo>
                  <a:pt x="3531386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436655" y="1657320"/>
            <a:ext cx="3778768" cy="3807323"/>
          </a:xfrm>
          <a:custGeom>
            <a:avLst/>
            <a:gdLst/>
            <a:ahLst/>
            <a:cxnLst/>
            <a:rect l="l" t="t" r="r" b="b"/>
            <a:pathLst>
              <a:path w="3778768" h="3807323">
                <a:moveTo>
                  <a:pt x="0" y="0"/>
                </a:moveTo>
                <a:lnTo>
                  <a:pt x="3778768" y="0"/>
                </a:lnTo>
                <a:lnTo>
                  <a:pt x="3778768" y="3807323"/>
                </a:lnTo>
                <a:lnTo>
                  <a:pt x="0" y="38073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538390" y="606533"/>
            <a:ext cx="1828678" cy="1399770"/>
          </a:xfrm>
          <a:custGeom>
            <a:avLst/>
            <a:gdLst/>
            <a:ahLst/>
            <a:cxnLst/>
            <a:rect l="l" t="t" r="r" b="b"/>
            <a:pathLst>
              <a:path w="1828678" h="1399770">
                <a:moveTo>
                  <a:pt x="0" y="0"/>
                </a:moveTo>
                <a:lnTo>
                  <a:pt x="1828678" y="0"/>
                </a:lnTo>
                <a:lnTo>
                  <a:pt x="1828678" y="1399770"/>
                </a:lnTo>
                <a:lnTo>
                  <a:pt x="0" y="139977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4460558" y="573066"/>
            <a:ext cx="627698" cy="634365"/>
            <a:chOff x="0" y="0"/>
            <a:chExt cx="836930" cy="845820"/>
          </a:xfrm>
        </p:grpSpPr>
        <p:sp>
          <p:nvSpPr>
            <p:cNvPr id="12" name="Freeform 12"/>
            <p:cNvSpPr/>
            <p:nvPr/>
          </p:nvSpPr>
          <p:spPr>
            <a:xfrm>
              <a:off x="45720" y="48260"/>
              <a:ext cx="746760" cy="748030"/>
            </a:xfrm>
            <a:custGeom>
              <a:avLst/>
              <a:gdLst/>
              <a:ahLst/>
              <a:cxnLst/>
              <a:rect l="l" t="t" r="r" b="b"/>
              <a:pathLst>
                <a:path w="746760" h="748030">
                  <a:moveTo>
                    <a:pt x="541020" y="712470"/>
                  </a:moveTo>
                  <a:cubicBezTo>
                    <a:pt x="17780" y="205740"/>
                    <a:pt x="15240" y="201930"/>
                    <a:pt x="10160" y="186690"/>
                  </a:cubicBezTo>
                  <a:cubicBezTo>
                    <a:pt x="3810" y="163830"/>
                    <a:pt x="0" y="124460"/>
                    <a:pt x="8890" y="99060"/>
                  </a:cubicBezTo>
                  <a:cubicBezTo>
                    <a:pt x="16510" y="72390"/>
                    <a:pt x="38100" y="44450"/>
                    <a:pt x="59690" y="27940"/>
                  </a:cubicBezTo>
                  <a:cubicBezTo>
                    <a:pt x="82550" y="11430"/>
                    <a:pt x="116840" y="1270"/>
                    <a:pt x="143510" y="2540"/>
                  </a:cubicBezTo>
                  <a:cubicBezTo>
                    <a:pt x="171450" y="3810"/>
                    <a:pt x="207010" y="20320"/>
                    <a:pt x="226060" y="33020"/>
                  </a:cubicBezTo>
                  <a:cubicBezTo>
                    <a:pt x="240030" y="43180"/>
                    <a:pt x="247650" y="52070"/>
                    <a:pt x="255270" y="66040"/>
                  </a:cubicBezTo>
                  <a:cubicBezTo>
                    <a:pt x="266700" y="87630"/>
                    <a:pt x="275590" y="128270"/>
                    <a:pt x="275590" y="151130"/>
                  </a:cubicBezTo>
                  <a:cubicBezTo>
                    <a:pt x="275590" y="168910"/>
                    <a:pt x="273050" y="180340"/>
                    <a:pt x="265430" y="194310"/>
                  </a:cubicBezTo>
                  <a:cubicBezTo>
                    <a:pt x="254000" y="215900"/>
                    <a:pt x="229870" y="246380"/>
                    <a:pt x="205740" y="259080"/>
                  </a:cubicBezTo>
                  <a:cubicBezTo>
                    <a:pt x="181610" y="273050"/>
                    <a:pt x="143510" y="276860"/>
                    <a:pt x="120650" y="275590"/>
                  </a:cubicBezTo>
                  <a:cubicBezTo>
                    <a:pt x="102870" y="274320"/>
                    <a:pt x="91440" y="270510"/>
                    <a:pt x="77470" y="261620"/>
                  </a:cubicBezTo>
                  <a:cubicBezTo>
                    <a:pt x="57150" y="250190"/>
                    <a:pt x="27940" y="224790"/>
                    <a:pt x="16510" y="199390"/>
                  </a:cubicBezTo>
                  <a:cubicBezTo>
                    <a:pt x="3810" y="175260"/>
                    <a:pt x="0" y="139700"/>
                    <a:pt x="5080" y="113030"/>
                  </a:cubicBezTo>
                  <a:cubicBezTo>
                    <a:pt x="10160" y="86360"/>
                    <a:pt x="27940" y="55880"/>
                    <a:pt x="48260" y="36830"/>
                  </a:cubicBezTo>
                  <a:cubicBezTo>
                    <a:pt x="69850" y="19050"/>
                    <a:pt x="105410" y="6350"/>
                    <a:pt x="129540" y="2540"/>
                  </a:cubicBezTo>
                  <a:cubicBezTo>
                    <a:pt x="146050" y="0"/>
                    <a:pt x="157480" y="1270"/>
                    <a:pt x="173990" y="6350"/>
                  </a:cubicBezTo>
                  <a:cubicBezTo>
                    <a:pt x="195580" y="13970"/>
                    <a:pt x="214630" y="27940"/>
                    <a:pt x="246380" y="54610"/>
                  </a:cubicBezTo>
                  <a:cubicBezTo>
                    <a:pt x="337820" y="129540"/>
                    <a:pt x="645160" y="457200"/>
                    <a:pt x="708660" y="537210"/>
                  </a:cubicBezTo>
                  <a:cubicBezTo>
                    <a:pt x="726440" y="560070"/>
                    <a:pt x="734060" y="566420"/>
                    <a:pt x="739140" y="585470"/>
                  </a:cubicBezTo>
                  <a:cubicBezTo>
                    <a:pt x="745490" y="609600"/>
                    <a:pt x="746760" y="646430"/>
                    <a:pt x="736600" y="671830"/>
                  </a:cubicBezTo>
                  <a:cubicBezTo>
                    <a:pt x="726440" y="695960"/>
                    <a:pt x="698500" y="722630"/>
                    <a:pt x="676910" y="734060"/>
                  </a:cubicBezTo>
                  <a:cubicBezTo>
                    <a:pt x="659130" y="744220"/>
                    <a:pt x="641350" y="748030"/>
                    <a:pt x="621030" y="746760"/>
                  </a:cubicBezTo>
                  <a:cubicBezTo>
                    <a:pt x="595630" y="744220"/>
                    <a:pt x="541020" y="712470"/>
                    <a:pt x="541020" y="712470"/>
                  </a:cubicBezTo>
                </a:path>
              </a:pathLst>
            </a:custGeom>
            <a:solidFill>
              <a:srgbClr val="88A3C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5068253" y="483531"/>
            <a:ext cx="296228" cy="615315"/>
            <a:chOff x="0" y="0"/>
            <a:chExt cx="394970" cy="820420"/>
          </a:xfrm>
        </p:grpSpPr>
        <p:sp>
          <p:nvSpPr>
            <p:cNvPr id="14" name="Freeform 14"/>
            <p:cNvSpPr/>
            <p:nvPr/>
          </p:nvSpPr>
          <p:spPr>
            <a:xfrm>
              <a:off x="48260" y="49530"/>
              <a:ext cx="311150" cy="722630"/>
            </a:xfrm>
            <a:custGeom>
              <a:avLst/>
              <a:gdLst/>
              <a:ahLst/>
              <a:cxnLst/>
              <a:rect l="l" t="t" r="r" b="b"/>
              <a:pathLst>
                <a:path w="311150" h="722630">
                  <a:moveTo>
                    <a:pt x="66040" y="626110"/>
                  </a:moveTo>
                  <a:cubicBezTo>
                    <a:pt x="2540" y="208280"/>
                    <a:pt x="11430" y="87630"/>
                    <a:pt x="33020" y="48260"/>
                  </a:cubicBezTo>
                  <a:cubicBezTo>
                    <a:pt x="40640" y="31750"/>
                    <a:pt x="49530" y="27940"/>
                    <a:pt x="63500" y="20320"/>
                  </a:cubicBezTo>
                  <a:cubicBezTo>
                    <a:pt x="83820" y="10160"/>
                    <a:pt x="118110" y="0"/>
                    <a:pt x="143510" y="2540"/>
                  </a:cubicBezTo>
                  <a:cubicBezTo>
                    <a:pt x="168910" y="5080"/>
                    <a:pt x="199390" y="19050"/>
                    <a:pt x="218440" y="36830"/>
                  </a:cubicBezTo>
                  <a:cubicBezTo>
                    <a:pt x="237490" y="53340"/>
                    <a:pt x="252730" y="82550"/>
                    <a:pt x="257810" y="107950"/>
                  </a:cubicBezTo>
                  <a:cubicBezTo>
                    <a:pt x="261620" y="133350"/>
                    <a:pt x="256540" y="166370"/>
                    <a:pt x="245110" y="189230"/>
                  </a:cubicBezTo>
                  <a:cubicBezTo>
                    <a:pt x="232410" y="212090"/>
                    <a:pt x="204470" y="234950"/>
                    <a:pt x="185420" y="246380"/>
                  </a:cubicBezTo>
                  <a:cubicBezTo>
                    <a:pt x="172720" y="254000"/>
                    <a:pt x="161290" y="256540"/>
                    <a:pt x="146050" y="257810"/>
                  </a:cubicBezTo>
                  <a:cubicBezTo>
                    <a:pt x="124460" y="257810"/>
                    <a:pt x="85090" y="250190"/>
                    <a:pt x="66040" y="240030"/>
                  </a:cubicBezTo>
                  <a:cubicBezTo>
                    <a:pt x="52070" y="233680"/>
                    <a:pt x="43180" y="226060"/>
                    <a:pt x="34290" y="214630"/>
                  </a:cubicBezTo>
                  <a:cubicBezTo>
                    <a:pt x="20320" y="196850"/>
                    <a:pt x="6350" y="160020"/>
                    <a:pt x="2540" y="138430"/>
                  </a:cubicBezTo>
                  <a:cubicBezTo>
                    <a:pt x="0" y="123190"/>
                    <a:pt x="1270" y="111760"/>
                    <a:pt x="7620" y="96520"/>
                  </a:cubicBezTo>
                  <a:cubicBezTo>
                    <a:pt x="13970" y="76200"/>
                    <a:pt x="31750" y="44450"/>
                    <a:pt x="52070" y="29210"/>
                  </a:cubicBezTo>
                  <a:cubicBezTo>
                    <a:pt x="72390" y="12700"/>
                    <a:pt x="107950" y="3810"/>
                    <a:pt x="129540" y="1270"/>
                  </a:cubicBezTo>
                  <a:cubicBezTo>
                    <a:pt x="146050" y="0"/>
                    <a:pt x="156210" y="2540"/>
                    <a:pt x="171450" y="7620"/>
                  </a:cubicBezTo>
                  <a:cubicBezTo>
                    <a:pt x="191770" y="16510"/>
                    <a:pt x="222250" y="35560"/>
                    <a:pt x="236220" y="57150"/>
                  </a:cubicBezTo>
                  <a:cubicBezTo>
                    <a:pt x="251460" y="78740"/>
                    <a:pt x="260350" y="110490"/>
                    <a:pt x="259080" y="135890"/>
                  </a:cubicBezTo>
                  <a:cubicBezTo>
                    <a:pt x="257810" y="161290"/>
                    <a:pt x="227330" y="210820"/>
                    <a:pt x="229870" y="212090"/>
                  </a:cubicBezTo>
                  <a:cubicBezTo>
                    <a:pt x="231140" y="213360"/>
                    <a:pt x="243840" y="182880"/>
                    <a:pt x="250190" y="185420"/>
                  </a:cubicBezTo>
                  <a:cubicBezTo>
                    <a:pt x="273050" y="191770"/>
                    <a:pt x="311150" y="562610"/>
                    <a:pt x="294640" y="636270"/>
                  </a:cubicBezTo>
                  <a:cubicBezTo>
                    <a:pt x="289560" y="661670"/>
                    <a:pt x="280670" y="670560"/>
                    <a:pt x="266700" y="684530"/>
                  </a:cubicBezTo>
                  <a:cubicBezTo>
                    <a:pt x="248920" y="701040"/>
                    <a:pt x="217170" y="717550"/>
                    <a:pt x="190500" y="720090"/>
                  </a:cubicBezTo>
                  <a:cubicBezTo>
                    <a:pt x="165100" y="722630"/>
                    <a:pt x="132080" y="712470"/>
                    <a:pt x="110490" y="695960"/>
                  </a:cubicBezTo>
                  <a:cubicBezTo>
                    <a:pt x="90170" y="680720"/>
                    <a:pt x="66040" y="626110"/>
                    <a:pt x="66040" y="626110"/>
                  </a:cubicBezTo>
                </a:path>
              </a:pathLst>
            </a:custGeom>
            <a:solidFill>
              <a:srgbClr val="88A3C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4470082" y="1228386"/>
            <a:ext cx="592455" cy="303847"/>
            <a:chOff x="0" y="0"/>
            <a:chExt cx="789940" cy="405130"/>
          </a:xfrm>
        </p:grpSpPr>
        <p:sp>
          <p:nvSpPr>
            <p:cNvPr id="16" name="Freeform 16"/>
            <p:cNvSpPr/>
            <p:nvPr/>
          </p:nvSpPr>
          <p:spPr>
            <a:xfrm>
              <a:off x="48260" y="48260"/>
              <a:ext cx="692150" cy="309880"/>
            </a:xfrm>
            <a:custGeom>
              <a:avLst/>
              <a:gdLst/>
              <a:ahLst/>
              <a:cxnLst/>
              <a:rect l="l" t="t" r="r" b="b"/>
              <a:pathLst>
                <a:path w="692150" h="309880">
                  <a:moveTo>
                    <a:pt x="553720" y="278130"/>
                  </a:moveTo>
                  <a:cubicBezTo>
                    <a:pt x="351790" y="256540"/>
                    <a:pt x="271780" y="250190"/>
                    <a:pt x="234950" y="262890"/>
                  </a:cubicBezTo>
                  <a:cubicBezTo>
                    <a:pt x="214630" y="270510"/>
                    <a:pt x="210820" y="288290"/>
                    <a:pt x="191770" y="294640"/>
                  </a:cubicBezTo>
                  <a:cubicBezTo>
                    <a:pt x="170180" y="303530"/>
                    <a:pt x="133350" y="309880"/>
                    <a:pt x="106680" y="303530"/>
                  </a:cubicBezTo>
                  <a:cubicBezTo>
                    <a:pt x="80010" y="297180"/>
                    <a:pt x="49530" y="275590"/>
                    <a:pt x="33020" y="259080"/>
                  </a:cubicBezTo>
                  <a:cubicBezTo>
                    <a:pt x="21590" y="246380"/>
                    <a:pt x="16510" y="234950"/>
                    <a:pt x="11430" y="220980"/>
                  </a:cubicBezTo>
                  <a:cubicBezTo>
                    <a:pt x="6350" y="207010"/>
                    <a:pt x="1270" y="194310"/>
                    <a:pt x="2540" y="177800"/>
                  </a:cubicBezTo>
                  <a:cubicBezTo>
                    <a:pt x="3810" y="154940"/>
                    <a:pt x="10160" y="118110"/>
                    <a:pt x="26670" y="95250"/>
                  </a:cubicBezTo>
                  <a:cubicBezTo>
                    <a:pt x="41910" y="73660"/>
                    <a:pt x="69850" y="52070"/>
                    <a:pt x="95250" y="44450"/>
                  </a:cubicBezTo>
                  <a:cubicBezTo>
                    <a:pt x="120650" y="35560"/>
                    <a:pt x="158750" y="39370"/>
                    <a:pt x="181610" y="45720"/>
                  </a:cubicBezTo>
                  <a:cubicBezTo>
                    <a:pt x="196850" y="49530"/>
                    <a:pt x="207010" y="54610"/>
                    <a:pt x="219710" y="66040"/>
                  </a:cubicBezTo>
                  <a:cubicBezTo>
                    <a:pt x="236220" y="81280"/>
                    <a:pt x="260350" y="111760"/>
                    <a:pt x="266700" y="137160"/>
                  </a:cubicBezTo>
                  <a:cubicBezTo>
                    <a:pt x="274320" y="163830"/>
                    <a:pt x="271780" y="198120"/>
                    <a:pt x="261620" y="223520"/>
                  </a:cubicBezTo>
                  <a:cubicBezTo>
                    <a:pt x="251460" y="248920"/>
                    <a:pt x="228600" y="274320"/>
                    <a:pt x="205740" y="288290"/>
                  </a:cubicBezTo>
                  <a:cubicBezTo>
                    <a:pt x="181610" y="302260"/>
                    <a:pt x="148590" y="309880"/>
                    <a:pt x="120650" y="306070"/>
                  </a:cubicBezTo>
                  <a:cubicBezTo>
                    <a:pt x="93980" y="303530"/>
                    <a:pt x="63500" y="288290"/>
                    <a:pt x="43180" y="269240"/>
                  </a:cubicBezTo>
                  <a:cubicBezTo>
                    <a:pt x="24130" y="250190"/>
                    <a:pt x="8890" y="215900"/>
                    <a:pt x="3810" y="193040"/>
                  </a:cubicBezTo>
                  <a:cubicBezTo>
                    <a:pt x="0" y="176530"/>
                    <a:pt x="0" y="165100"/>
                    <a:pt x="3810" y="148590"/>
                  </a:cubicBezTo>
                  <a:cubicBezTo>
                    <a:pt x="10160" y="127000"/>
                    <a:pt x="29210" y="93980"/>
                    <a:pt x="45720" y="73660"/>
                  </a:cubicBezTo>
                  <a:cubicBezTo>
                    <a:pt x="59690" y="55880"/>
                    <a:pt x="71120" y="43180"/>
                    <a:pt x="93980" y="31750"/>
                  </a:cubicBezTo>
                  <a:cubicBezTo>
                    <a:pt x="132080" y="13970"/>
                    <a:pt x="207010" y="6350"/>
                    <a:pt x="264160" y="2540"/>
                  </a:cubicBezTo>
                  <a:cubicBezTo>
                    <a:pt x="322580" y="0"/>
                    <a:pt x="383540" y="7620"/>
                    <a:pt x="441960" y="15240"/>
                  </a:cubicBezTo>
                  <a:cubicBezTo>
                    <a:pt x="501650" y="22860"/>
                    <a:pt x="575310" y="27940"/>
                    <a:pt x="617220" y="49530"/>
                  </a:cubicBezTo>
                  <a:cubicBezTo>
                    <a:pt x="645160" y="63500"/>
                    <a:pt x="666750" y="86360"/>
                    <a:pt x="678180" y="106680"/>
                  </a:cubicBezTo>
                  <a:cubicBezTo>
                    <a:pt x="688340" y="124460"/>
                    <a:pt x="692150" y="143510"/>
                    <a:pt x="690880" y="162560"/>
                  </a:cubicBezTo>
                  <a:cubicBezTo>
                    <a:pt x="688340" y="186690"/>
                    <a:pt x="674370" y="222250"/>
                    <a:pt x="657860" y="241300"/>
                  </a:cubicBezTo>
                  <a:cubicBezTo>
                    <a:pt x="645160" y="256540"/>
                    <a:pt x="627380" y="266700"/>
                    <a:pt x="610870" y="273050"/>
                  </a:cubicBezTo>
                  <a:cubicBezTo>
                    <a:pt x="593090" y="278130"/>
                    <a:pt x="553720" y="278130"/>
                    <a:pt x="553720" y="278130"/>
                  </a:cubicBezTo>
                </a:path>
              </a:pathLst>
            </a:custGeom>
            <a:solidFill>
              <a:srgbClr val="88A3C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 rot="-5466542">
            <a:off x="13171488" y="957477"/>
            <a:ext cx="552469" cy="522858"/>
            <a:chOff x="0" y="0"/>
            <a:chExt cx="900430" cy="852170"/>
          </a:xfrm>
        </p:grpSpPr>
        <p:sp>
          <p:nvSpPr>
            <p:cNvPr id="18" name="Freeform 18"/>
            <p:cNvSpPr/>
            <p:nvPr/>
          </p:nvSpPr>
          <p:spPr>
            <a:xfrm>
              <a:off x="45720" y="48260"/>
              <a:ext cx="807720" cy="755650"/>
            </a:xfrm>
            <a:custGeom>
              <a:avLst/>
              <a:gdLst/>
              <a:ahLst/>
              <a:cxnLst/>
              <a:rect l="l" t="t" r="r" b="b"/>
              <a:pathLst>
                <a:path w="807720" h="755650">
                  <a:moveTo>
                    <a:pt x="208280" y="41910"/>
                  </a:moveTo>
                  <a:cubicBezTo>
                    <a:pt x="571500" y="396240"/>
                    <a:pt x="746760" y="495300"/>
                    <a:pt x="786130" y="544830"/>
                  </a:cubicBezTo>
                  <a:cubicBezTo>
                    <a:pt x="798830" y="561340"/>
                    <a:pt x="800100" y="568960"/>
                    <a:pt x="802640" y="585470"/>
                  </a:cubicBezTo>
                  <a:cubicBezTo>
                    <a:pt x="806450" y="608330"/>
                    <a:pt x="805180" y="646430"/>
                    <a:pt x="795020" y="671830"/>
                  </a:cubicBezTo>
                  <a:cubicBezTo>
                    <a:pt x="783590" y="697230"/>
                    <a:pt x="759460" y="722630"/>
                    <a:pt x="735330" y="735330"/>
                  </a:cubicBezTo>
                  <a:cubicBezTo>
                    <a:pt x="711200" y="749300"/>
                    <a:pt x="676910" y="755650"/>
                    <a:pt x="650240" y="750570"/>
                  </a:cubicBezTo>
                  <a:cubicBezTo>
                    <a:pt x="622300" y="746760"/>
                    <a:pt x="591820" y="731520"/>
                    <a:pt x="572770" y="711200"/>
                  </a:cubicBezTo>
                  <a:cubicBezTo>
                    <a:pt x="553720" y="692150"/>
                    <a:pt x="539750" y="655320"/>
                    <a:pt x="534670" y="632460"/>
                  </a:cubicBezTo>
                  <a:cubicBezTo>
                    <a:pt x="532130" y="615950"/>
                    <a:pt x="533400" y="603250"/>
                    <a:pt x="537210" y="589280"/>
                  </a:cubicBezTo>
                  <a:cubicBezTo>
                    <a:pt x="539750" y="574040"/>
                    <a:pt x="543560" y="561340"/>
                    <a:pt x="552450" y="547370"/>
                  </a:cubicBezTo>
                  <a:cubicBezTo>
                    <a:pt x="566420" y="528320"/>
                    <a:pt x="593090" y="501650"/>
                    <a:pt x="618490" y="490220"/>
                  </a:cubicBezTo>
                  <a:cubicBezTo>
                    <a:pt x="643890" y="480060"/>
                    <a:pt x="681990" y="480060"/>
                    <a:pt x="704850" y="485140"/>
                  </a:cubicBezTo>
                  <a:cubicBezTo>
                    <a:pt x="721360" y="487680"/>
                    <a:pt x="731520" y="492760"/>
                    <a:pt x="745490" y="502920"/>
                  </a:cubicBezTo>
                  <a:cubicBezTo>
                    <a:pt x="763270" y="516890"/>
                    <a:pt x="789940" y="544830"/>
                    <a:pt x="798830" y="571500"/>
                  </a:cubicBezTo>
                  <a:cubicBezTo>
                    <a:pt x="807720" y="596900"/>
                    <a:pt x="807720" y="632460"/>
                    <a:pt x="800100" y="657860"/>
                  </a:cubicBezTo>
                  <a:cubicBezTo>
                    <a:pt x="791210" y="684530"/>
                    <a:pt x="770890" y="712470"/>
                    <a:pt x="748030" y="727710"/>
                  </a:cubicBezTo>
                  <a:cubicBezTo>
                    <a:pt x="725170" y="744220"/>
                    <a:pt x="688340" y="751840"/>
                    <a:pt x="664210" y="751840"/>
                  </a:cubicBezTo>
                  <a:cubicBezTo>
                    <a:pt x="647700" y="753110"/>
                    <a:pt x="638810" y="749300"/>
                    <a:pt x="621030" y="742950"/>
                  </a:cubicBezTo>
                  <a:cubicBezTo>
                    <a:pt x="594360" y="732790"/>
                    <a:pt x="552450" y="708660"/>
                    <a:pt x="518160" y="684530"/>
                  </a:cubicBezTo>
                  <a:cubicBezTo>
                    <a:pt x="481330" y="659130"/>
                    <a:pt x="450850" y="635000"/>
                    <a:pt x="407670" y="594360"/>
                  </a:cubicBezTo>
                  <a:cubicBezTo>
                    <a:pt x="335280" y="530860"/>
                    <a:pt x="210820" y="405130"/>
                    <a:pt x="139700" y="326390"/>
                  </a:cubicBezTo>
                  <a:cubicBezTo>
                    <a:pt x="87630" y="270510"/>
                    <a:pt x="33020" y="220980"/>
                    <a:pt x="13970" y="175260"/>
                  </a:cubicBezTo>
                  <a:cubicBezTo>
                    <a:pt x="1270" y="144780"/>
                    <a:pt x="0" y="115570"/>
                    <a:pt x="5080" y="91440"/>
                  </a:cubicBezTo>
                  <a:cubicBezTo>
                    <a:pt x="7620" y="72390"/>
                    <a:pt x="19050" y="54610"/>
                    <a:pt x="30480" y="41910"/>
                  </a:cubicBezTo>
                  <a:cubicBezTo>
                    <a:pt x="43180" y="27940"/>
                    <a:pt x="60960" y="16510"/>
                    <a:pt x="77470" y="10160"/>
                  </a:cubicBezTo>
                  <a:cubicBezTo>
                    <a:pt x="95250" y="2540"/>
                    <a:pt x="114300" y="0"/>
                    <a:pt x="134620" y="2540"/>
                  </a:cubicBezTo>
                  <a:cubicBezTo>
                    <a:pt x="157480" y="7620"/>
                    <a:pt x="208280" y="41910"/>
                    <a:pt x="208280" y="41910"/>
                  </a:cubicBezTo>
                </a:path>
              </a:pathLst>
            </a:custGeom>
            <a:solidFill>
              <a:srgbClr val="88A3C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9" name="Group 19"/>
          <p:cNvGrpSpPr/>
          <p:nvPr/>
        </p:nvGrpSpPr>
        <p:grpSpPr>
          <a:xfrm rot="-5466542">
            <a:off x="12755985" y="971838"/>
            <a:ext cx="621819" cy="241559"/>
            <a:chOff x="0" y="0"/>
            <a:chExt cx="1013460" cy="393700"/>
          </a:xfrm>
        </p:grpSpPr>
        <p:sp>
          <p:nvSpPr>
            <p:cNvPr id="20" name="Freeform 20"/>
            <p:cNvSpPr/>
            <p:nvPr/>
          </p:nvSpPr>
          <p:spPr>
            <a:xfrm>
              <a:off x="49530" y="46990"/>
              <a:ext cx="918210" cy="308610"/>
            </a:xfrm>
            <a:custGeom>
              <a:avLst/>
              <a:gdLst/>
              <a:ahLst/>
              <a:cxnLst/>
              <a:rect l="l" t="t" r="r" b="b"/>
              <a:pathLst>
                <a:path w="918210" h="308610">
                  <a:moveTo>
                    <a:pt x="124460" y="46990"/>
                  </a:moveTo>
                  <a:cubicBezTo>
                    <a:pt x="711200" y="30480"/>
                    <a:pt x="711200" y="19050"/>
                    <a:pt x="726440" y="13970"/>
                  </a:cubicBezTo>
                  <a:cubicBezTo>
                    <a:pt x="749300" y="6350"/>
                    <a:pt x="786130" y="0"/>
                    <a:pt x="812800" y="6350"/>
                  </a:cubicBezTo>
                  <a:cubicBezTo>
                    <a:pt x="839470" y="12700"/>
                    <a:pt x="869950" y="35560"/>
                    <a:pt x="885190" y="52070"/>
                  </a:cubicBezTo>
                  <a:cubicBezTo>
                    <a:pt x="896620" y="63500"/>
                    <a:pt x="902970" y="73660"/>
                    <a:pt x="906780" y="90170"/>
                  </a:cubicBezTo>
                  <a:cubicBezTo>
                    <a:pt x="913130" y="111760"/>
                    <a:pt x="918210" y="149860"/>
                    <a:pt x="909320" y="175260"/>
                  </a:cubicBezTo>
                  <a:cubicBezTo>
                    <a:pt x="901700" y="201930"/>
                    <a:pt x="881380" y="229870"/>
                    <a:pt x="859790" y="246380"/>
                  </a:cubicBezTo>
                  <a:cubicBezTo>
                    <a:pt x="838200" y="261620"/>
                    <a:pt x="801370" y="270510"/>
                    <a:pt x="777240" y="271780"/>
                  </a:cubicBezTo>
                  <a:cubicBezTo>
                    <a:pt x="760730" y="273050"/>
                    <a:pt x="749300" y="270510"/>
                    <a:pt x="735330" y="264160"/>
                  </a:cubicBezTo>
                  <a:cubicBezTo>
                    <a:pt x="713740" y="254000"/>
                    <a:pt x="681990" y="232410"/>
                    <a:pt x="668020" y="209550"/>
                  </a:cubicBezTo>
                  <a:cubicBezTo>
                    <a:pt x="652780" y="186690"/>
                    <a:pt x="643890" y="153670"/>
                    <a:pt x="646430" y="127000"/>
                  </a:cubicBezTo>
                  <a:cubicBezTo>
                    <a:pt x="648970" y="99060"/>
                    <a:pt x="661670" y="67310"/>
                    <a:pt x="679450" y="46990"/>
                  </a:cubicBezTo>
                  <a:cubicBezTo>
                    <a:pt x="698500" y="26670"/>
                    <a:pt x="732790" y="11430"/>
                    <a:pt x="754380" y="5080"/>
                  </a:cubicBezTo>
                  <a:cubicBezTo>
                    <a:pt x="770890" y="0"/>
                    <a:pt x="782320" y="0"/>
                    <a:pt x="798830" y="3810"/>
                  </a:cubicBezTo>
                  <a:cubicBezTo>
                    <a:pt x="820420" y="7620"/>
                    <a:pt x="857250" y="26670"/>
                    <a:pt x="875030" y="40640"/>
                  </a:cubicBezTo>
                  <a:cubicBezTo>
                    <a:pt x="887730" y="52070"/>
                    <a:pt x="895350" y="60960"/>
                    <a:pt x="901700" y="76200"/>
                  </a:cubicBezTo>
                  <a:cubicBezTo>
                    <a:pt x="909320" y="97790"/>
                    <a:pt x="918210" y="134620"/>
                    <a:pt x="913130" y="161290"/>
                  </a:cubicBezTo>
                  <a:cubicBezTo>
                    <a:pt x="908050" y="187960"/>
                    <a:pt x="896620" y="217170"/>
                    <a:pt x="871220" y="236220"/>
                  </a:cubicBezTo>
                  <a:cubicBezTo>
                    <a:pt x="829310" y="269240"/>
                    <a:pt x="735330" y="284480"/>
                    <a:pt x="651510" y="295910"/>
                  </a:cubicBezTo>
                  <a:cubicBezTo>
                    <a:pt x="544830" y="308610"/>
                    <a:pt x="383540" y="297180"/>
                    <a:pt x="279400" y="292100"/>
                  </a:cubicBezTo>
                  <a:cubicBezTo>
                    <a:pt x="204470" y="289560"/>
                    <a:pt x="132080" y="294640"/>
                    <a:pt x="85090" y="278130"/>
                  </a:cubicBezTo>
                  <a:cubicBezTo>
                    <a:pt x="55880" y="265430"/>
                    <a:pt x="33020" y="246380"/>
                    <a:pt x="19050" y="227330"/>
                  </a:cubicBezTo>
                  <a:cubicBezTo>
                    <a:pt x="7620" y="210820"/>
                    <a:pt x="2540" y="191770"/>
                    <a:pt x="1270" y="172720"/>
                  </a:cubicBezTo>
                  <a:cubicBezTo>
                    <a:pt x="0" y="154940"/>
                    <a:pt x="3810" y="134620"/>
                    <a:pt x="11430" y="118110"/>
                  </a:cubicBezTo>
                  <a:cubicBezTo>
                    <a:pt x="19050" y="100330"/>
                    <a:pt x="29210" y="83820"/>
                    <a:pt x="45720" y="72390"/>
                  </a:cubicBezTo>
                  <a:cubicBezTo>
                    <a:pt x="64770" y="58420"/>
                    <a:pt x="124460" y="46990"/>
                    <a:pt x="124460" y="46990"/>
                  </a:cubicBezTo>
                </a:path>
              </a:pathLst>
            </a:custGeom>
            <a:solidFill>
              <a:srgbClr val="88A3C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1" name="Group 21"/>
          <p:cNvGrpSpPr/>
          <p:nvPr/>
        </p:nvGrpSpPr>
        <p:grpSpPr>
          <a:xfrm rot="-5466542">
            <a:off x="13425147" y="1315976"/>
            <a:ext cx="287533" cy="490131"/>
            <a:chOff x="0" y="0"/>
            <a:chExt cx="468630" cy="798830"/>
          </a:xfrm>
        </p:grpSpPr>
        <p:sp>
          <p:nvSpPr>
            <p:cNvPr id="22" name="Freeform 22"/>
            <p:cNvSpPr/>
            <p:nvPr/>
          </p:nvSpPr>
          <p:spPr>
            <a:xfrm>
              <a:off x="44450" y="43180"/>
              <a:ext cx="379730" cy="706120"/>
            </a:xfrm>
            <a:custGeom>
              <a:avLst/>
              <a:gdLst/>
              <a:ahLst/>
              <a:cxnLst/>
              <a:rect l="l" t="t" r="r" b="b"/>
              <a:pathLst>
                <a:path w="379730" h="706120">
                  <a:moveTo>
                    <a:pt x="236220" y="106680"/>
                  </a:moveTo>
                  <a:cubicBezTo>
                    <a:pt x="299720" y="463550"/>
                    <a:pt x="356870" y="494030"/>
                    <a:pt x="369570" y="533400"/>
                  </a:cubicBezTo>
                  <a:cubicBezTo>
                    <a:pt x="379730" y="562610"/>
                    <a:pt x="377190" y="591820"/>
                    <a:pt x="369570" y="617220"/>
                  </a:cubicBezTo>
                  <a:cubicBezTo>
                    <a:pt x="360680" y="641350"/>
                    <a:pt x="339090" y="668020"/>
                    <a:pt x="317500" y="683260"/>
                  </a:cubicBezTo>
                  <a:cubicBezTo>
                    <a:pt x="295910" y="697230"/>
                    <a:pt x="262890" y="706120"/>
                    <a:pt x="236220" y="703580"/>
                  </a:cubicBezTo>
                  <a:cubicBezTo>
                    <a:pt x="210820" y="702310"/>
                    <a:pt x="179070" y="689610"/>
                    <a:pt x="160020" y="671830"/>
                  </a:cubicBezTo>
                  <a:cubicBezTo>
                    <a:pt x="139700" y="655320"/>
                    <a:pt x="121920" y="626110"/>
                    <a:pt x="116840" y="599440"/>
                  </a:cubicBezTo>
                  <a:cubicBezTo>
                    <a:pt x="111760" y="574040"/>
                    <a:pt x="119380" y="538480"/>
                    <a:pt x="127000" y="516890"/>
                  </a:cubicBezTo>
                  <a:cubicBezTo>
                    <a:pt x="133350" y="501650"/>
                    <a:pt x="139700" y="492760"/>
                    <a:pt x="151130" y="482600"/>
                  </a:cubicBezTo>
                  <a:cubicBezTo>
                    <a:pt x="168910" y="467360"/>
                    <a:pt x="203200" y="449580"/>
                    <a:pt x="226060" y="444500"/>
                  </a:cubicBezTo>
                  <a:cubicBezTo>
                    <a:pt x="241300" y="440690"/>
                    <a:pt x="252730" y="440690"/>
                    <a:pt x="267970" y="444500"/>
                  </a:cubicBezTo>
                  <a:cubicBezTo>
                    <a:pt x="289560" y="449580"/>
                    <a:pt x="325120" y="469900"/>
                    <a:pt x="341630" y="485140"/>
                  </a:cubicBezTo>
                  <a:cubicBezTo>
                    <a:pt x="353060" y="495300"/>
                    <a:pt x="359410" y="504190"/>
                    <a:pt x="364490" y="519430"/>
                  </a:cubicBezTo>
                  <a:cubicBezTo>
                    <a:pt x="372110" y="541020"/>
                    <a:pt x="375920" y="580390"/>
                    <a:pt x="373380" y="603250"/>
                  </a:cubicBezTo>
                  <a:cubicBezTo>
                    <a:pt x="370840" y="618490"/>
                    <a:pt x="365760" y="629920"/>
                    <a:pt x="356870" y="642620"/>
                  </a:cubicBezTo>
                  <a:cubicBezTo>
                    <a:pt x="342900" y="660400"/>
                    <a:pt x="312420" y="685800"/>
                    <a:pt x="292100" y="695960"/>
                  </a:cubicBezTo>
                  <a:cubicBezTo>
                    <a:pt x="278130" y="702310"/>
                    <a:pt x="266700" y="704850"/>
                    <a:pt x="251460" y="704850"/>
                  </a:cubicBezTo>
                  <a:cubicBezTo>
                    <a:pt x="228600" y="703580"/>
                    <a:pt x="198120" y="695960"/>
                    <a:pt x="170180" y="680720"/>
                  </a:cubicBezTo>
                  <a:cubicBezTo>
                    <a:pt x="135890" y="662940"/>
                    <a:pt x="90170" y="631190"/>
                    <a:pt x="67310" y="594360"/>
                  </a:cubicBezTo>
                  <a:cubicBezTo>
                    <a:pt x="43180" y="554990"/>
                    <a:pt x="41910" y="508000"/>
                    <a:pt x="31750" y="449580"/>
                  </a:cubicBezTo>
                  <a:cubicBezTo>
                    <a:pt x="19050" y="364490"/>
                    <a:pt x="0" y="200660"/>
                    <a:pt x="6350" y="130810"/>
                  </a:cubicBezTo>
                  <a:cubicBezTo>
                    <a:pt x="10160" y="95250"/>
                    <a:pt x="15240" y="71120"/>
                    <a:pt x="27940" y="52070"/>
                  </a:cubicBezTo>
                  <a:cubicBezTo>
                    <a:pt x="38100" y="35560"/>
                    <a:pt x="52070" y="22860"/>
                    <a:pt x="69850" y="15240"/>
                  </a:cubicBezTo>
                  <a:cubicBezTo>
                    <a:pt x="91440" y="6350"/>
                    <a:pt x="125730" y="0"/>
                    <a:pt x="151130" y="7620"/>
                  </a:cubicBezTo>
                  <a:cubicBezTo>
                    <a:pt x="175260" y="13970"/>
                    <a:pt x="203200" y="35560"/>
                    <a:pt x="217170" y="54610"/>
                  </a:cubicBezTo>
                  <a:cubicBezTo>
                    <a:pt x="228600" y="69850"/>
                    <a:pt x="236220" y="106680"/>
                    <a:pt x="236220" y="106680"/>
                  </a:cubicBezTo>
                </a:path>
              </a:pathLst>
            </a:custGeom>
            <a:solidFill>
              <a:srgbClr val="88A3CE"/>
            </a:solidFill>
            <a:ln cap="sq">
              <a:noFill/>
              <a:prstDash val="solid"/>
              <a:miter/>
            </a:ln>
          </p:spPr>
        </p:sp>
      </p:grpSp>
      <p:sp>
        <p:nvSpPr>
          <p:cNvPr id="23" name="Freeform 23"/>
          <p:cNvSpPr/>
          <p:nvPr/>
        </p:nvSpPr>
        <p:spPr>
          <a:xfrm>
            <a:off x="15412853" y="-367037"/>
            <a:ext cx="3692894" cy="2316452"/>
          </a:xfrm>
          <a:custGeom>
            <a:avLst/>
            <a:gdLst/>
            <a:ahLst/>
            <a:cxnLst/>
            <a:rect l="l" t="t" r="r" b="b"/>
            <a:pathLst>
              <a:path w="3692894" h="2316452">
                <a:moveTo>
                  <a:pt x="0" y="0"/>
                </a:moveTo>
                <a:lnTo>
                  <a:pt x="3692894" y="0"/>
                </a:lnTo>
                <a:lnTo>
                  <a:pt x="3692894" y="2316451"/>
                </a:lnTo>
                <a:lnTo>
                  <a:pt x="0" y="231645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 rot="-1008282" flipH="1">
            <a:off x="15390590" y="2224730"/>
            <a:ext cx="2659752" cy="3491322"/>
          </a:xfrm>
          <a:custGeom>
            <a:avLst/>
            <a:gdLst/>
            <a:ahLst/>
            <a:cxnLst/>
            <a:rect l="l" t="t" r="r" b="b"/>
            <a:pathLst>
              <a:path w="2659752" h="3491322">
                <a:moveTo>
                  <a:pt x="2659753" y="0"/>
                </a:moveTo>
                <a:lnTo>
                  <a:pt x="0" y="0"/>
                </a:lnTo>
                <a:lnTo>
                  <a:pt x="0" y="3491322"/>
                </a:lnTo>
                <a:lnTo>
                  <a:pt x="2659753" y="3491322"/>
                </a:lnTo>
                <a:lnTo>
                  <a:pt x="2659753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grpSp>
        <p:nvGrpSpPr>
          <p:cNvPr id="25" name="Group 25"/>
          <p:cNvGrpSpPr/>
          <p:nvPr/>
        </p:nvGrpSpPr>
        <p:grpSpPr>
          <a:xfrm>
            <a:off x="6651132" y="604838"/>
            <a:ext cx="4675326" cy="494009"/>
            <a:chOff x="0" y="0"/>
            <a:chExt cx="6233768" cy="658678"/>
          </a:xfrm>
        </p:grpSpPr>
        <p:sp>
          <p:nvSpPr>
            <p:cNvPr id="26" name="Freeform 26"/>
            <p:cNvSpPr/>
            <p:nvPr/>
          </p:nvSpPr>
          <p:spPr>
            <a:xfrm>
              <a:off x="53874" y="31694"/>
              <a:ext cx="6124603" cy="593913"/>
            </a:xfrm>
            <a:custGeom>
              <a:avLst/>
              <a:gdLst/>
              <a:ahLst/>
              <a:cxnLst/>
              <a:rect l="l" t="t" r="r" b="b"/>
              <a:pathLst>
                <a:path w="6124603" h="593913">
                  <a:moveTo>
                    <a:pt x="260863" y="38583"/>
                  </a:moveTo>
                  <a:cubicBezTo>
                    <a:pt x="3585445" y="55119"/>
                    <a:pt x="5531991" y="0"/>
                    <a:pt x="5841057" y="23426"/>
                  </a:cubicBezTo>
                  <a:cubicBezTo>
                    <a:pt x="5892095" y="27559"/>
                    <a:pt x="5902019" y="28937"/>
                    <a:pt x="5930374" y="37205"/>
                  </a:cubicBezTo>
                  <a:cubicBezTo>
                    <a:pt x="5958728" y="46851"/>
                    <a:pt x="5987083" y="62009"/>
                    <a:pt x="6011184" y="79923"/>
                  </a:cubicBezTo>
                  <a:cubicBezTo>
                    <a:pt x="6035286" y="96459"/>
                    <a:pt x="6057970" y="119885"/>
                    <a:pt x="6073565" y="143310"/>
                  </a:cubicBezTo>
                  <a:cubicBezTo>
                    <a:pt x="6090577" y="168114"/>
                    <a:pt x="6104755" y="195674"/>
                    <a:pt x="6111843" y="224612"/>
                  </a:cubicBezTo>
                  <a:cubicBezTo>
                    <a:pt x="6120350" y="252171"/>
                    <a:pt x="6124603" y="283865"/>
                    <a:pt x="6121768" y="312803"/>
                  </a:cubicBezTo>
                  <a:cubicBezTo>
                    <a:pt x="6120350" y="341741"/>
                    <a:pt x="6113261" y="372056"/>
                    <a:pt x="6103337" y="399616"/>
                  </a:cubicBezTo>
                  <a:cubicBezTo>
                    <a:pt x="6091995" y="425798"/>
                    <a:pt x="6074983" y="453358"/>
                    <a:pt x="6055134" y="475405"/>
                  </a:cubicBezTo>
                  <a:cubicBezTo>
                    <a:pt x="6036703" y="497453"/>
                    <a:pt x="6011184" y="516745"/>
                    <a:pt x="5985665" y="531903"/>
                  </a:cubicBezTo>
                  <a:cubicBezTo>
                    <a:pt x="5960146" y="547061"/>
                    <a:pt x="5930374" y="559463"/>
                    <a:pt x="5902019" y="564975"/>
                  </a:cubicBezTo>
                  <a:cubicBezTo>
                    <a:pt x="5872246" y="571865"/>
                    <a:pt x="5839639" y="573243"/>
                    <a:pt x="5809867" y="570487"/>
                  </a:cubicBezTo>
                  <a:cubicBezTo>
                    <a:pt x="5780094" y="566353"/>
                    <a:pt x="5750322" y="558085"/>
                    <a:pt x="5721967" y="545683"/>
                  </a:cubicBezTo>
                  <a:cubicBezTo>
                    <a:pt x="5695030" y="534659"/>
                    <a:pt x="5668093" y="516745"/>
                    <a:pt x="5646827" y="496075"/>
                  </a:cubicBezTo>
                  <a:cubicBezTo>
                    <a:pt x="5625561" y="476783"/>
                    <a:pt x="5605713" y="451980"/>
                    <a:pt x="5591536" y="425798"/>
                  </a:cubicBezTo>
                  <a:cubicBezTo>
                    <a:pt x="5577359" y="399616"/>
                    <a:pt x="5567434" y="370678"/>
                    <a:pt x="5563181" y="341741"/>
                  </a:cubicBezTo>
                  <a:cubicBezTo>
                    <a:pt x="5557510" y="312803"/>
                    <a:pt x="5557510" y="282487"/>
                    <a:pt x="5563181" y="253549"/>
                  </a:cubicBezTo>
                  <a:cubicBezTo>
                    <a:pt x="5567434" y="224612"/>
                    <a:pt x="5577359" y="194296"/>
                    <a:pt x="5591536" y="169492"/>
                  </a:cubicBezTo>
                  <a:cubicBezTo>
                    <a:pt x="5605713" y="143310"/>
                    <a:pt x="5625561" y="118507"/>
                    <a:pt x="5646827" y="99215"/>
                  </a:cubicBezTo>
                  <a:cubicBezTo>
                    <a:pt x="5668093" y="78545"/>
                    <a:pt x="5695030" y="60631"/>
                    <a:pt x="5721967" y="48229"/>
                  </a:cubicBezTo>
                  <a:cubicBezTo>
                    <a:pt x="5750322" y="37205"/>
                    <a:pt x="5780094" y="27559"/>
                    <a:pt x="5809867" y="24803"/>
                  </a:cubicBezTo>
                  <a:cubicBezTo>
                    <a:pt x="5839639" y="22048"/>
                    <a:pt x="5872246" y="23426"/>
                    <a:pt x="5902019" y="30315"/>
                  </a:cubicBezTo>
                  <a:cubicBezTo>
                    <a:pt x="5930374" y="35827"/>
                    <a:pt x="5960146" y="48229"/>
                    <a:pt x="5985665" y="63387"/>
                  </a:cubicBezTo>
                  <a:cubicBezTo>
                    <a:pt x="6012602" y="77167"/>
                    <a:pt x="6036703" y="97837"/>
                    <a:pt x="6055134" y="119885"/>
                  </a:cubicBezTo>
                  <a:cubicBezTo>
                    <a:pt x="6074983" y="141932"/>
                    <a:pt x="6091995" y="169492"/>
                    <a:pt x="6103337" y="195674"/>
                  </a:cubicBezTo>
                  <a:cubicBezTo>
                    <a:pt x="6113261" y="223234"/>
                    <a:pt x="6120350" y="253549"/>
                    <a:pt x="6121768" y="282487"/>
                  </a:cubicBezTo>
                  <a:cubicBezTo>
                    <a:pt x="6124603" y="311425"/>
                    <a:pt x="6120350" y="343119"/>
                    <a:pt x="6111843" y="370678"/>
                  </a:cubicBezTo>
                  <a:cubicBezTo>
                    <a:pt x="6104755" y="399616"/>
                    <a:pt x="6090577" y="427176"/>
                    <a:pt x="6073565" y="451980"/>
                  </a:cubicBezTo>
                  <a:cubicBezTo>
                    <a:pt x="6057970" y="475405"/>
                    <a:pt x="6035286" y="497453"/>
                    <a:pt x="6011184" y="515367"/>
                  </a:cubicBezTo>
                  <a:cubicBezTo>
                    <a:pt x="5987083" y="533281"/>
                    <a:pt x="5958728" y="548439"/>
                    <a:pt x="5930374" y="556707"/>
                  </a:cubicBezTo>
                  <a:cubicBezTo>
                    <a:pt x="5902019" y="566353"/>
                    <a:pt x="5892095" y="567731"/>
                    <a:pt x="5841057" y="571865"/>
                  </a:cubicBezTo>
                  <a:cubicBezTo>
                    <a:pt x="5531991" y="593912"/>
                    <a:pt x="3506052" y="542927"/>
                    <a:pt x="2593032" y="538793"/>
                  </a:cubicBezTo>
                  <a:cubicBezTo>
                    <a:pt x="1926698" y="536037"/>
                    <a:pt x="1295807" y="547061"/>
                    <a:pt x="863399" y="540171"/>
                  </a:cubicBezTo>
                  <a:cubicBezTo>
                    <a:pt x="603954" y="537415"/>
                    <a:pt x="365775" y="540171"/>
                    <a:pt x="241014" y="522257"/>
                  </a:cubicBezTo>
                  <a:cubicBezTo>
                    <a:pt x="187140" y="513989"/>
                    <a:pt x="155950" y="502965"/>
                    <a:pt x="127596" y="489185"/>
                  </a:cubicBezTo>
                  <a:cubicBezTo>
                    <a:pt x="106330" y="479539"/>
                    <a:pt x="93570" y="468515"/>
                    <a:pt x="79393" y="454736"/>
                  </a:cubicBezTo>
                  <a:cubicBezTo>
                    <a:pt x="65215" y="440956"/>
                    <a:pt x="52456" y="428554"/>
                    <a:pt x="41114" y="409262"/>
                  </a:cubicBezTo>
                  <a:cubicBezTo>
                    <a:pt x="25519" y="381702"/>
                    <a:pt x="7088" y="337607"/>
                    <a:pt x="2835" y="299023"/>
                  </a:cubicBezTo>
                  <a:cubicBezTo>
                    <a:pt x="0" y="261817"/>
                    <a:pt x="7088" y="219100"/>
                    <a:pt x="22684" y="184650"/>
                  </a:cubicBezTo>
                  <a:cubicBezTo>
                    <a:pt x="36861" y="150200"/>
                    <a:pt x="63798" y="117129"/>
                    <a:pt x="93570" y="92325"/>
                  </a:cubicBezTo>
                  <a:cubicBezTo>
                    <a:pt x="123343" y="68899"/>
                    <a:pt x="170128" y="50985"/>
                    <a:pt x="201318" y="42717"/>
                  </a:cubicBezTo>
                  <a:cubicBezTo>
                    <a:pt x="224001" y="37205"/>
                    <a:pt x="260863" y="38583"/>
                    <a:pt x="260863" y="38583"/>
                  </a:cubicBezTo>
                </a:path>
              </a:pathLst>
            </a:custGeom>
            <a:solidFill>
              <a:srgbClr val="88A3CE"/>
            </a:solidFill>
            <a:ln cap="sq">
              <a:noFill/>
              <a:prstDash val="solid"/>
              <a:miter/>
            </a:ln>
          </p:spPr>
        </p:sp>
      </p:grpSp>
      <p:sp>
        <p:nvSpPr>
          <p:cNvPr id="27" name="TextBox 27"/>
          <p:cNvSpPr txBox="1"/>
          <p:nvPr/>
        </p:nvSpPr>
        <p:spPr>
          <a:xfrm>
            <a:off x="6410075" y="620428"/>
            <a:ext cx="5208225" cy="408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1">
                <a:solidFill>
                  <a:srgbClr val="3B365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A JAVA PROJECT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335907" y="1216956"/>
            <a:ext cx="9616186" cy="4033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80"/>
              </a:lnSpc>
            </a:pPr>
            <a:r>
              <a:rPr lang="en-US" sz="7700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HOSPITAL MANAGEMENT SYSTEM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447723" y="9163050"/>
            <a:ext cx="9940611" cy="870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40"/>
              </a:lnSpc>
            </a:pPr>
            <a:r>
              <a:rPr lang="en-US" sz="5100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By: Group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6262171">
            <a:off x="8699606" y="-2315196"/>
            <a:ext cx="9743832" cy="10202966"/>
          </a:xfrm>
          <a:custGeom>
            <a:avLst/>
            <a:gdLst/>
            <a:ahLst/>
            <a:cxnLst/>
            <a:rect l="l" t="t" r="r" b="b"/>
            <a:pathLst>
              <a:path w="9743832" h="10202966">
                <a:moveTo>
                  <a:pt x="0" y="0"/>
                </a:moveTo>
                <a:lnTo>
                  <a:pt x="9743832" y="0"/>
                </a:lnTo>
                <a:lnTo>
                  <a:pt x="9743832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441338" flipH="1">
            <a:off x="6563608" y="332299"/>
            <a:ext cx="16065837" cy="10084176"/>
          </a:xfrm>
          <a:custGeom>
            <a:avLst/>
            <a:gdLst/>
            <a:ahLst/>
            <a:cxnLst/>
            <a:rect l="l" t="t" r="r" b="b"/>
            <a:pathLst>
              <a:path w="16065837" h="10084176">
                <a:moveTo>
                  <a:pt x="16065837" y="0"/>
                </a:moveTo>
                <a:lnTo>
                  <a:pt x="0" y="0"/>
                </a:lnTo>
                <a:lnTo>
                  <a:pt x="0" y="10084176"/>
                </a:lnTo>
                <a:lnTo>
                  <a:pt x="16065837" y="10084176"/>
                </a:lnTo>
                <a:lnTo>
                  <a:pt x="1606583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44385" y="4943378"/>
            <a:ext cx="6847282" cy="6038058"/>
          </a:xfrm>
          <a:custGeom>
            <a:avLst/>
            <a:gdLst/>
            <a:ahLst/>
            <a:cxnLst/>
            <a:rect l="l" t="t" r="r" b="b"/>
            <a:pathLst>
              <a:path w="6847282" h="6038058">
                <a:moveTo>
                  <a:pt x="0" y="0"/>
                </a:moveTo>
                <a:lnTo>
                  <a:pt x="6847282" y="0"/>
                </a:lnTo>
                <a:lnTo>
                  <a:pt x="6847282" y="6038059"/>
                </a:lnTo>
                <a:lnTo>
                  <a:pt x="0" y="60380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7046480" y="6218739"/>
            <a:ext cx="2838696" cy="4592008"/>
          </a:xfrm>
          <a:custGeom>
            <a:avLst/>
            <a:gdLst/>
            <a:ahLst/>
            <a:cxnLst/>
            <a:rect l="l" t="t" r="r" b="b"/>
            <a:pathLst>
              <a:path w="2838696" h="4592008">
                <a:moveTo>
                  <a:pt x="2838696" y="0"/>
                </a:moveTo>
                <a:lnTo>
                  <a:pt x="0" y="0"/>
                </a:lnTo>
                <a:lnTo>
                  <a:pt x="0" y="4592007"/>
                </a:lnTo>
                <a:lnTo>
                  <a:pt x="2838696" y="4592007"/>
                </a:lnTo>
                <a:lnTo>
                  <a:pt x="2838696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3294064"/>
            <a:ext cx="5583701" cy="1128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Simplifying Healthcare Through Smart Management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465828" y="1949450"/>
            <a:ext cx="8751960" cy="219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499"/>
              </a:lnSpc>
            </a:pPr>
            <a:r>
              <a:rPr lang="en-US" sz="24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The Hospital Management System (HMS) is a Java-based console application designed to automate and streamline the essential operations of a hospital. It provides an organized platform to manage patients, doctors, appointments, billing, and emergency services efficiently.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064671" y="4711918"/>
            <a:ext cx="7013701" cy="526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499"/>
              </a:lnSpc>
            </a:pPr>
            <a:r>
              <a:rPr lang="en-US" sz="24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Built using Object-Oriented Programming principles, the system follows a modular structure, making it easy to maintain and scale. Each component handles a specific functionality, ensuring clarity and smooth user interaction through a simple command-line interface.</a:t>
            </a:r>
          </a:p>
          <a:p>
            <a:pPr algn="r">
              <a:lnSpc>
                <a:spcPts val="3499"/>
              </a:lnSpc>
            </a:pPr>
            <a:r>
              <a:rPr lang="en-US" sz="24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This project aims to replicate core hospital workflows, reduce manual effort, and improve service delivery, offering a reliable tool for managing daily healthcare operations.</a:t>
            </a:r>
          </a:p>
          <a:p>
            <a:pPr algn="r">
              <a:lnSpc>
                <a:spcPts val="3499"/>
              </a:lnSpc>
            </a:pPr>
            <a:endParaRPr lang="en-US" sz="2499">
              <a:solidFill>
                <a:srgbClr val="3B365F"/>
              </a:solidFill>
              <a:latin typeface="Coco Gothic"/>
              <a:ea typeface="Coco Gothic"/>
              <a:cs typeface="Coco Gothic"/>
              <a:sym typeface="Coco Gothic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28700" y="895350"/>
            <a:ext cx="9940611" cy="112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sz="6500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755965">
            <a:off x="-2596635" y="-6569350"/>
            <a:ext cx="9743832" cy="10202966"/>
          </a:xfrm>
          <a:custGeom>
            <a:avLst/>
            <a:gdLst/>
            <a:ahLst/>
            <a:cxnLst/>
            <a:rect l="l" t="t" r="r" b="b"/>
            <a:pathLst>
              <a:path w="9743832" h="10202966">
                <a:moveTo>
                  <a:pt x="0" y="0"/>
                </a:moveTo>
                <a:lnTo>
                  <a:pt x="9743832" y="0"/>
                </a:lnTo>
                <a:lnTo>
                  <a:pt x="9743832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2386301">
            <a:off x="10358985" y="-3230434"/>
            <a:ext cx="9743832" cy="10202966"/>
          </a:xfrm>
          <a:custGeom>
            <a:avLst/>
            <a:gdLst/>
            <a:ahLst/>
            <a:cxnLst/>
            <a:rect l="l" t="t" r="r" b="b"/>
            <a:pathLst>
              <a:path w="9743832" h="10202966">
                <a:moveTo>
                  <a:pt x="0" y="0"/>
                </a:moveTo>
                <a:lnTo>
                  <a:pt x="9743833" y="0"/>
                </a:lnTo>
                <a:lnTo>
                  <a:pt x="9743833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441338" flipH="1">
            <a:off x="1608121" y="2418820"/>
            <a:ext cx="16065837" cy="10084176"/>
          </a:xfrm>
          <a:custGeom>
            <a:avLst/>
            <a:gdLst/>
            <a:ahLst/>
            <a:cxnLst/>
            <a:rect l="l" t="t" r="r" b="b"/>
            <a:pathLst>
              <a:path w="16065837" h="10084176">
                <a:moveTo>
                  <a:pt x="16065837" y="0"/>
                </a:moveTo>
                <a:lnTo>
                  <a:pt x="0" y="0"/>
                </a:lnTo>
                <a:lnTo>
                  <a:pt x="0" y="10084176"/>
                </a:lnTo>
                <a:lnTo>
                  <a:pt x="16065837" y="10084176"/>
                </a:lnTo>
                <a:lnTo>
                  <a:pt x="1606583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4547103" y="3415779"/>
            <a:ext cx="3740897" cy="10287468"/>
          </a:xfrm>
          <a:custGeom>
            <a:avLst/>
            <a:gdLst/>
            <a:ahLst/>
            <a:cxnLst/>
            <a:rect l="l" t="t" r="r" b="b"/>
            <a:pathLst>
              <a:path w="3740897" h="10287468">
                <a:moveTo>
                  <a:pt x="3740897" y="0"/>
                </a:moveTo>
                <a:lnTo>
                  <a:pt x="0" y="0"/>
                </a:lnTo>
                <a:lnTo>
                  <a:pt x="0" y="10287467"/>
                </a:lnTo>
                <a:lnTo>
                  <a:pt x="3740897" y="10287467"/>
                </a:lnTo>
                <a:lnTo>
                  <a:pt x="374089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82274" y="2956675"/>
            <a:ext cx="2273231" cy="7063711"/>
          </a:xfrm>
          <a:custGeom>
            <a:avLst/>
            <a:gdLst/>
            <a:ahLst/>
            <a:cxnLst/>
            <a:rect l="l" t="t" r="r" b="b"/>
            <a:pathLst>
              <a:path w="2273231" h="7063711">
                <a:moveTo>
                  <a:pt x="0" y="0"/>
                </a:moveTo>
                <a:lnTo>
                  <a:pt x="2273231" y="0"/>
                </a:lnTo>
                <a:lnTo>
                  <a:pt x="2273231" y="7063711"/>
                </a:lnTo>
                <a:lnTo>
                  <a:pt x="0" y="70637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485301" y="2917825"/>
            <a:ext cx="10432006" cy="175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Hospitals often rely on manual or semi-digital systems to manage patient records, doctor availability, appointment scheduling, billing, and emergency responses. These fragmented and outdated processes can lead to: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485301" y="5016158"/>
            <a:ext cx="10432006" cy="4822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just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Inefficient data handling and delays in patient service</a:t>
            </a:r>
          </a:p>
          <a:p>
            <a:pPr marL="539749" lvl="1" indent="-269875" algn="just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Overlapping or missed appointments due to poor scheduling</a:t>
            </a:r>
          </a:p>
          <a:p>
            <a:pPr marL="539749" lvl="1" indent="-269875" algn="just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Time-consuming billing processes with potential errors</a:t>
            </a:r>
          </a:p>
          <a:p>
            <a:pPr marL="539749" lvl="1" indent="-269875" algn="just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Lack of real-time support for emergency cases</a:t>
            </a:r>
          </a:p>
          <a:p>
            <a:pPr marL="539749" lvl="1" indent="-269875" algn="just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Inadequate monitoring of patient wellness and mental heal</a:t>
            </a:r>
          </a:p>
          <a:p>
            <a:pPr algn="just">
              <a:lnSpc>
                <a:spcPts val="3499"/>
              </a:lnSpc>
            </a:pPr>
            <a:endParaRPr lang="en-US" sz="2499">
              <a:solidFill>
                <a:srgbClr val="3B365F"/>
              </a:solidFill>
              <a:latin typeface="Coco Gothic"/>
              <a:ea typeface="Coco Gothic"/>
              <a:cs typeface="Coco Gothic"/>
              <a:sym typeface="Coco Gothic"/>
            </a:endParaR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Such inefficiencies not only disrupt hospital workflow but also compromise the quality of patient care. There is a clear need for a centralized, automated system that can streamline hospital operations and improve overall service delivery.</a:t>
            </a:r>
          </a:p>
          <a:p>
            <a:pPr algn="just">
              <a:lnSpc>
                <a:spcPts val="3499"/>
              </a:lnSpc>
            </a:pPr>
            <a:endParaRPr lang="en-US" sz="2499">
              <a:solidFill>
                <a:srgbClr val="3B365F"/>
              </a:solidFill>
              <a:latin typeface="Coco Gothic"/>
              <a:ea typeface="Coco Gothic"/>
              <a:cs typeface="Coco Gothic"/>
              <a:sym typeface="Coco Gothic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855505" y="895350"/>
            <a:ext cx="12576991" cy="112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Problem Statement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6262171">
            <a:off x="3492400" y="3970647"/>
            <a:ext cx="9743832" cy="10202966"/>
          </a:xfrm>
          <a:custGeom>
            <a:avLst/>
            <a:gdLst/>
            <a:ahLst/>
            <a:cxnLst/>
            <a:rect l="l" t="t" r="r" b="b"/>
            <a:pathLst>
              <a:path w="9743832" h="10202966">
                <a:moveTo>
                  <a:pt x="0" y="0"/>
                </a:moveTo>
                <a:lnTo>
                  <a:pt x="9743832" y="0"/>
                </a:lnTo>
                <a:lnTo>
                  <a:pt x="9743832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441338" flipH="1">
            <a:off x="1589676" y="5876162"/>
            <a:ext cx="7090051" cy="4450271"/>
          </a:xfrm>
          <a:custGeom>
            <a:avLst/>
            <a:gdLst/>
            <a:ahLst/>
            <a:cxnLst/>
            <a:rect l="l" t="t" r="r" b="b"/>
            <a:pathLst>
              <a:path w="7090051" h="4450271">
                <a:moveTo>
                  <a:pt x="7090051" y="0"/>
                </a:moveTo>
                <a:lnTo>
                  <a:pt x="0" y="0"/>
                </a:lnTo>
                <a:lnTo>
                  <a:pt x="0" y="4450270"/>
                </a:lnTo>
                <a:lnTo>
                  <a:pt x="7090051" y="4450270"/>
                </a:lnTo>
                <a:lnTo>
                  <a:pt x="709005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441338" flipH="1">
            <a:off x="8620022" y="5876162"/>
            <a:ext cx="7090051" cy="4450271"/>
          </a:xfrm>
          <a:custGeom>
            <a:avLst/>
            <a:gdLst/>
            <a:ahLst/>
            <a:cxnLst/>
            <a:rect l="l" t="t" r="r" b="b"/>
            <a:pathLst>
              <a:path w="7090051" h="4450271">
                <a:moveTo>
                  <a:pt x="7090051" y="0"/>
                </a:moveTo>
                <a:lnTo>
                  <a:pt x="0" y="0"/>
                </a:lnTo>
                <a:lnTo>
                  <a:pt x="0" y="4450270"/>
                </a:lnTo>
                <a:lnTo>
                  <a:pt x="7090051" y="4450270"/>
                </a:lnTo>
                <a:lnTo>
                  <a:pt x="709005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441338" flipH="1">
            <a:off x="2577927" y="2244644"/>
            <a:ext cx="7090051" cy="4450271"/>
          </a:xfrm>
          <a:custGeom>
            <a:avLst/>
            <a:gdLst/>
            <a:ahLst/>
            <a:cxnLst/>
            <a:rect l="l" t="t" r="r" b="b"/>
            <a:pathLst>
              <a:path w="7090051" h="4450271">
                <a:moveTo>
                  <a:pt x="7090051" y="0"/>
                </a:moveTo>
                <a:lnTo>
                  <a:pt x="0" y="0"/>
                </a:lnTo>
                <a:lnTo>
                  <a:pt x="0" y="4450271"/>
                </a:lnTo>
                <a:lnTo>
                  <a:pt x="7090051" y="4450271"/>
                </a:lnTo>
                <a:lnTo>
                  <a:pt x="709005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441338" flipH="1">
            <a:off x="9608273" y="2244644"/>
            <a:ext cx="7090051" cy="4450271"/>
          </a:xfrm>
          <a:custGeom>
            <a:avLst/>
            <a:gdLst/>
            <a:ahLst/>
            <a:cxnLst/>
            <a:rect l="l" t="t" r="r" b="b"/>
            <a:pathLst>
              <a:path w="7090051" h="4450271">
                <a:moveTo>
                  <a:pt x="7090051" y="0"/>
                </a:moveTo>
                <a:lnTo>
                  <a:pt x="0" y="0"/>
                </a:lnTo>
                <a:lnTo>
                  <a:pt x="0" y="4450271"/>
                </a:lnTo>
                <a:lnTo>
                  <a:pt x="7090051" y="4450271"/>
                </a:lnTo>
                <a:lnTo>
                  <a:pt x="709005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2352" y="2262600"/>
            <a:ext cx="2428154" cy="8002923"/>
          </a:xfrm>
          <a:custGeom>
            <a:avLst/>
            <a:gdLst/>
            <a:ahLst/>
            <a:cxnLst/>
            <a:rect l="l" t="t" r="r" b="b"/>
            <a:pathLst>
              <a:path w="2428154" h="8002923">
                <a:moveTo>
                  <a:pt x="0" y="0"/>
                </a:moveTo>
                <a:lnTo>
                  <a:pt x="2428153" y="0"/>
                </a:lnTo>
                <a:lnTo>
                  <a:pt x="2428153" y="8002924"/>
                </a:lnTo>
                <a:lnTo>
                  <a:pt x="0" y="80029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r="-184644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147616" y="2284077"/>
            <a:ext cx="3362376" cy="8002923"/>
          </a:xfrm>
          <a:custGeom>
            <a:avLst/>
            <a:gdLst/>
            <a:ahLst/>
            <a:cxnLst/>
            <a:rect l="l" t="t" r="r" b="b"/>
            <a:pathLst>
              <a:path w="3362376" h="8002923">
                <a:moveTo>
                  <a:pt x="0" y="0"/>
                </a:moveTo>
                <a:lnTo>
                  <a:pt x="3362376" y="0"/>
                </a:lnTo>
                <a:lnTo>
                  <a:pt x="3362376" y="8002923"/>
                </a:lnTo>
                <a:lnTo>
                  <a:pt x="0" y="80029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05557"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2596515" y="4509135"/>
            <a:ext cx="558165" cy="1234440"/>
            <a:chOff x="0" y="0"/>
            <a:chExt cx="744220" cy="1645920"/>
          </a:xfrm>
        </p:grpSpPr>
        <p:sp>
          <p:nvSpPr>
            <p:cNvPr id="10" name="Freeform 10"/>
            <p:cNvSpPr/>
            <p:nvPr/>
          </p:nvSpPr>
          <p:spPr>
            <a:xfrm>
              <a:off x="38100" y="49530"/>
              <a:ext cx="656590" cy="1548130"/>
            </a:xfrm>
            <a:custGeom>
              <a:avLst/>
              <a:gdLst/>
              <a:ahLst/>
              <a:cxnLst/>
              <a:rect l="l" t="t" r="r" b="b"/>
              <a:pathLst>
                <a:path w="656590" h="1548130">
                  <a:moveTo>
                    <a:pt x="177800" y="66040"/>
                  </a:moveTo>
                  <a:cubicBezTo>
                    <a:pt x="292100" y="551180"/>
                    <a:pt x="332740" y="689610"/>
                    <a:pt x="368300" y="783590"/>
                  </a:cubicBezTo>
                  <a:cubicBezTo>
                    <a:pt x="392430" y="848360"/>
                    <a:pt x="421640" y="887730"/>
                    <a:pt x="441960" y="944880"/>
                  </a:cubicBezTo>
                  <a:cubicBezTo>
                    <a:pt x="463550" y="1008380"/>
                    <a:pt x="467360" y="1084580"/>
                    <a:pt x="488950" y="1148080"/>
                  </a:cubicBezTo>
                  <a:cubicBezTo>
                    <a:pt x="509270" y="1207770"/>
                    <a:pt x="535940" y="1270000"/>
                    <a:pt x="565150" y="1315720"/>
                  </a:cubicBezTo>
                  <a:cubicBezTo>
                    <a:pt x="589280" y="1352550"/>
                    <a:pt x="632460" y="1384300"/>
                    <a:pt x="645160" y="1407160"/>
                  </a:cubicBezTo>
                  <a:cubicBezTo>
                    <a:pt x="651510" y="1418590"/>
                    <a:pt x="654050" y="1424940"/>
                    <a:pt x="655320" y="1436370"/>
                  </a:cubicBezTo>
                  <a:cubicBezTo>
                    <a:pt x="656590" y="1451610"/>
                    <a:pt x="651510" y="1480820"/>
                    <a:pt x="645160" y="1496060"/>
                  </a:cubicBezTo>
                  <a:cubicBezTo>
                    <a:pt x="641350" y="1506220"/>
                    <a:pt x="636270" y="1512570"/>
                    <a:pt x="627380" y="1520190"/>
                  </a:cubicBezTo>
                  <a:cubicBezTo>
                    <a:pt x="614680" y="1530350"/>
                    <a:pt x="590550" y="1543050"/>
                    <a:pt x="571500" y="1545590"/>
                  </a:cubicBezTo>
                  <a:cubicBezTo>
                    <a:pt x="553720" y="1546860"/>
                    <a:pt x="529590" y="1541780"/>
                    <a:pt x="513080" y="1531620"/>
                  </a:cubicBezTo>
                  <a:cubicBezTo>
                    <a:pt x="496570" y="1522730"/>
                    <a:pt x="481330" y="1501140"/>
                    <a:pt x="473710" y="1485900"/>
                  </a:cubicBezTo>
                  <a:cubicBezTo>
                    <a:pt x="468630" y="1475740"/>
                    <a:pt x="467360" y="1468120"/>
                    <a:pt x="467360" y="1456690"/>
                  </a:cubicBezTo>
                  <a:cubicBezTo>
                    <a:pt x="468630" y="1440180"/>
                    <a:pt x="472440" y="1413510"/>
                    <a:pt x="483870" y="1398270"/>
                  </a:cubicBezTo>
                  <a:cubicBezTo>
                    <a:pt x="494030" y="1381760"/>
                    <a:pt x="516890" y="1367790"/>
                    <a:pt x="532130" y="1361440"/>
                  </a:cubicBezTo>
                  <a:cubicBezTo>
                    <a:pt x="542290" y="1357630"/>
                    <a:pt x="552450" y="1356360"/>
                    <a:pt x="562610" y="1356360"/>
                  </a:cubicBezTo>
                  <a:cubicBezTo>
                    <a:pt x="571500" y="1356360"/>
                    <a:pt x="581660" y="1357630"/>
                    <a:pt x="591820" y="1361440"/>
                  </a:cubicBezTo>
                  <a:cubicBezTo>
                    <a:pt x="607060" y="1367790"/>
                    <a:pt x="629920" y="1385570"/>
                    <a:pt x="640080" y="1398270"/>
                  </a:cubicBezTo>
                  <a:cubicBezTo>
                    <a:pt x="647700" y="1407160"/>
                    <a:pt x="650240" y="1414780"/>
                    <a:pt x="652780" y="1426210"/>
                  </a:cubicBezTo>
                  <a:cubicBezTo>
                    <a:pt x="656590" y="1441450"/>
                    <a:pt x="656590" y="1468120"/>
                    <a:pt x="650240" y="1485900"/>
                  </a:cubicBezTo>
                  <a:cubicBezTo>
                    <a:pt x="642620" y="1503680"/>
                    <a:pt x="623570" y="1522730"/>
                    <a:pt x="610870" y="1531620"/>
                  </a:cubicBezTo>
                  <a:cubicBezTo>
                    <a:pt x="600710" y="1539240"/>
                    <a:pt x="593090" y="1541780"/>
                    <a:pt x="581660" y="1543050"/>
                  </a:cubicBezTo>
                  <a:cubicBezTo>
                    <a:pt x="566420" y="1545590"/>
                    <a:pt x="543560" y="1548130"/>
                    <a:pt x="521970" y="1536700"/>
                  </a:cubicBezTo>
                  <a:cubicBezTo>
                    <a:pt x="480060" y="1515110"/>
                    <a:pt x="412750" y="1418590"/>
                    <a:pt x="379730" y="1365250"/>
                  </a:cubicBezTo>
                  <a:cubicBezTo>
                    <a:pt x="355600" y="1327150"/>
                    <a:pt x="347980" y="1300480"/>
                    <a:pt x="331470" y="1254760"/>
                  </a:cubicBezTo>
                  <a:cubicBezTo>
                    <a:pt x="306070" y="1182370"/>
                    <a:pt x="283210" y="1068070"/>
                    <a:pt x="251460" y="967740"/>
                  </a:cubicBezTo>
                  <a:cubicBezTo>
                    <a:pt x="217170" y="855980"/>
                    <a:pt x="160020" y="718820"/>
                    <a:pt x="129540" y="613410"/>
                  </a:cubicBezTo>
                  <a:cubicBezTo>
                    <a:pt x="104140" y="530860"/>
                    <a:pt x="90170" y="469900"/>
                    <a:pt x="72390" y="387350"/>
                  </a:cubicBezTo>
                  <a:cubicBezTo>
                    <a:pt x="50800" y="289560"/>
                    <a:pt x="0" y="121920"/>
                    <a:pt x="12700" y="63500"/>
                  </a:cubicBezTo>
                  <a:cubicBezTo>
                    <a:pt x="19050" y="38100"/>
                    <a:pt x="31750" y="25400"/>
                    <a:pt x="48260" y="13970"/>
                  </a:cubicBezTo>
                  <a:cubicBezTo>
                    <a:pt x="63500" y="3810"/>
                    <a:pt x="88900" y="0"/>
                    <a:pt x="106680" y="1270"/>
                  </a:cubicBezTo>
                  <a:cubicBezTo>
                    <a:pt x="120650" y="2540"/>
                    <a:pt x="133350" y="6350"/>
                    <a:pt x="144780" y="16510"/>
                  </a:cubicBezTo>
                  <a:cubicBezTo>
                    <a:pt x="157480" y="26670"/>
                    <a:pt x="177800" y="66040"/>
                    <a:pt x="177800" y="6604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3106102" y="5699760"/>
            <a:ext cx="194310" cy="197167"/>
            <a:chOff x="0" y="0"/>
            <a:chExt cx="259080" cy="262890"/>
          </a:xfrm>
        </p:grpSpPr>
        <p:sp>
          <p:nvSpPr>
            <p:cNvPr id="12" name="Freeform 12"/>
            <p:cNvSpPr/>
            <p:nvPr/>
          </p:nvSpPr>
          <p:spPr>
            <a:xfrm>
              <a:off x="43180" y="46990"/>
              <a:ext cx="161290" cy="167640"/>
            </a:xfrm>
            <a:custGeom>
              <a:avLst/>
              <a:gdLst/>
              <a:ahLst/>
              <a:cxnLst/>
              <a:rect l="l" t="t" r="r" b="b"/>
              <a:pathLst>
                <a:path w="161290" h="167640">
                  <a:moveTo>
                    <a:pt x="161290" y="58420"/>
                  </a:moveTo>
                  <a:cubicBezTo>
                    <a:pt x="157480" y="116840"/>
                    <a:pt x="133350" y="147320"/>
                    <a:pt x="115570" y="157480"/>
                  </a:cubicBezTo>
                  <a:cubicBezTo>
                    <a:pt x="104140" y="165100"/>
                    <a:pt x="91440" y="167640"/>
                    <a:pt x="77470" y="165100"/>
                  </a:cubicBezTo>
                  <a:cubicBezTo>
                    <a:pt x="57150" y="161290"/>
                    <a:pt x="22860" y="144780"/>
                    <a:pt x="11430" y="125730"/>
                  </a:cubicBezTo>
                  <a:cubicBezTo>
                    <a:pt x="0" y="105410"/>
                    <a:pt x="1270" y="67310"/>
                    <a:pt x="7620" y="48260"/>
                  </a:cubicBezTo>
                  <a:cubicBezTo>
                    <a:pt x="11430" y="34290"/>
                    <a:pt x="19050" y="25400"/>
                    <a:pt x="31750" y="17780"/>
                  </a:cubicBezTo>
                  <a:cubicBezTo>
                    <a:pt x="48260" y="7620"/>
                    <a:pt x="87630" y="0"/>
                    <a:pt x="106680" y="3810"/>
                  </a:cubicBezTo>
                  <a:cubicBezTo>
                    <a:pt x="120650" y="6350"/>
                    <a:pt x="140970" y="24130"/>
                    <a:pt x="140970" y="2413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8724900" y="3016567"/>
            <a:ext cx="644843" cy="566738"/>
            <a:chOff x="0" y="0"/>
            <a:chExt cx="859790" cy="755650"/>
          </a:xfrm>
        </p:grpSpPr>
        <p:sp>
          <p:nvSpPr>
            <p:cNvPr id="14" name="Freeform 14"/>
            <p:cNvSpPr/>
            <p:nvPr/>
          </p:nvSpPr>
          <p:spPr>
            <a:xfrm>
              <a:off x="50800" y="45720"/>
              <a:ext cx="760730" cy="659130"/>
            </a:xfrm>
            <a:custGeom>
              <a:avLst/>
              <a:gdLst/>
              <a:ahLst/>
              <a:cxnLst/>
              <a:rect l="l" t="t" r="r" b="b"/>
              <a:pathLst>
                <a:path w="760730" h="659130">
                  <a:moveTo>
                    <a:pt x="123190" y="10160"/>
                  </a:moveTo>
                  <a:cubicBezTo>
                    <a:pt x="515620" y="285750"/>
                    <a:pt x="695960" y="443230"/>
                    <a:pt x="739140" y="508000"/>
                  </a:cubicBezTo>
                  <a:cubicBezTo>
                    <a:pt x="754380" y="530860"/>
                    <a:pt x="758190" y="544830"/>
                    <a:pt x="758190" y="563880"/>
                  </a:cubicBezTo>
                  <a:cubicBezTo>
                    <a:pt x="758190" y="582930"/>
                    <a:pt x="751840" y="604520"/>
                    <a:pt x="740410" y="619760"/>
                  </a:cubicBezTo>
                  <a:cubicBezTo>
                    <a:pt x="728980" y="635000"/>
                    <a:pt x="709930" y="648970"/>
                    <a:pt x="692150" y="654050"/>
                  </a:cubicBezTo>
                  <a:cubicBezTo>
                    <a:pt x="673100" y="659130"/>
                    <a:pt x="650240" y="657860"/>
                    <a:pt x="632460" y="651510"/>
                  </a:cubicBezTo>
                  <a:cubicBezTo>
                    <a:pt x="614680" y="645160"/>
                    <a:pt x="596900" y="626110"/>
                    <a:pt x="586740" y="613410"/>
                  </a:cubicBezTo>
                  <a:cubicBezTo>
                    <a:pt x="580390" y="604520"/>
                    <a:pt x="576580" y="596900"/>
                    <a:pt x="575310" y="585470"/>
                  </a:cubicBezTo>
                  <a:cubicBezTo>
                    <a:pt x="572770" y="570230"/>
                    <a:pt x="575310" y="542290"/>
                    <a:pt x="581660" y="527050"/>
                  </a:cubicBezTo>
                  <a:cubicBezTo>
                    <a:pt x="585470" y="516890"/>
                    <a:pt x="589280" y="509270"/>
                    <a:pt x="598170" y="501650"/>
                  </a:cubicBezTo>
                  <a:cubicBezTo>
                    <a:pt x="609600" y="491490"/>
                    <a:pt x="631190" y="476250"/>
                    <a:pt x="648970" y="473710"/>
                  </a:cubicBezTo>
                  <a:cubicBezTo>
                    <a:pt x="668020" y="469900"/>
                    <a:pt x="693420" y="476250"/>
                    <a:pt x="708660" y="482600"/>
                  </a:cubicBezTo>
                  <a:cubicBezTo>
                    <a:pt x="718820" y="486410"/>
                    <a:pt x="725170" y="492760"/>
                    <a:pt x="732790" y="500380"/>
                  </a:cubicBezTo>
                  <a:cubicBezTo>
                    <a:pt x="739140" y="506730"/>
                    <a:pt x="745490" y="514350"/>
                    <a:pt x="749300" y="524510"/>
                  </a:cubicBezTo>
                  <a:cubicBezTo>
                    <a:pt x="754380" y="539750"/>
                    <a:pt x="760730" y="565150"/>
                    <a:pt x="756920" y="584200"/>
                  </a:cubicBezTo>
                  <a:cubicBezTo>
                    <a:pt x="753110" y="601980"/>
                    <a:pt x="740410" y="622300"/>
                    <a:pt x="726440" y="635000"/>
                  </a:cubicBezTo>
                  <a:cubicBezTo>
                    <a:pt x="712470" y="646430"/>
                    <a:pt x="690880" y="656590"/>
                    <a:pt x="671830" y="657860"/>
                  </a:cubicBezTo>
                  <a:cubicBezTo>
                    <a:pt x="652780" y="659130"/>
                    <a:pt x="638810" y="656590"/>
                    <a:pt x="614680" y="642620"/>
                  </a:cubicBezTo>
                  <a:cubicBezTo>
                    <a:pt x="543560" y="601980"/>
                    <a:pt x="378460" y="389890"/>
                    <a:pt x="266700" y="299720"/>
                  </a:cubicBezTo>
                  <a:cubicBezTo>
                    <a:pt x="180340" y="229870"/>
                    <a:pt x="49530" y="182880"/>
                    <a:pt x="16510" y="135890"/>
                  </a:cubicBezTo>
                  <a:cubicBezTo>
                    <a:pt x="1270" y="115570"/>
                    <a:pt x="0" y="95250"/>
                    <a:pt x="0" y="77470"/>
                  </a:cubicBezTo>
                  <a:cubicBezTo>
                    <a:pt x="1270" y="63500"/>
                    <a:pt x="5080" y="50800"/>
                    <a:pt x="13970" y="39370"/>
                  </a:cubicBezTo>
                  <a:cubicBezTo>
                    <a:pt x="24130" y="25400"/>
                    <a:pt x="44450" y="8890"/>
                    <a:pt x="63500" y="5080"/>
                  </a:cubicBezTo>
                  <a:cubicBezTo>
                    <a:pt x="81280" y="0"/>
                    <a:pt x="123190" y="10160"/>
                    <a:pt x="123190" y="1016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10100310" y="5636895"/>
            <a:ext cx="739140" cy="760095"/>
            <a:chOff x="0" y="0"/>
            <a:chExt cx="985520" cy="1013460"/>
          </a:xfrm>
        </p:grpSpPr>
        <p:sp>
          <p:nvSpPr>
            <p:cNvPr id="16" name="Freeform 16"/>
            <p:cNvSpPr/>
            <p:nvPr/>
          </p:nvSpPr>
          <p:spPr>
            <a:xfrm>
              <a:off x="48260" y="44450"/>
              <a:ext cx="889000" cy="922020"/>
            </a:xfrm>
            <a:custGeom>
              <a:avLst/>
              <a:gdLst/>
              <a:ahLst/>
              <a:cxnLst/>
              <a:rect l="l" t="t" r="r" b="b"/>
              <a:pathLst>
                <a:path w="889000" h="922020">
                  <a:moveTo>
                    <a:pt x="162560" y="48260"/>
                  </a:moveTo>
                  <a:cubicBezTo>
                    <a:pt x="226060" y="160020"/>
                    <a:pt x="314960" y="284480"/>
                    <a:pt x="394970" y="372110"/>
                  </a:cubicBezTo>
                  <a:cubicBezTo>
                    <a:pt x="483870" y="468630"/>
                    <a:pt x="619760" y="588010"/>
                    <a:pt x="704850" y="654050"/>
                  </a:cubicBezTo>
                  <a:cubicBezTo>
                    <a:pt x="756920" y="695960"/>
                    <a:pt x="808990" y="718820"/>
                    <a:pt x="839470" y="745490"/>
                  </a:cubicBezTo>
                  <a:cubicBezTo>
                    <a:pt x="857250" y="762000"/>
                    <a:pt x="871220" y="775970"/>
                    <a:pt x="878840" y="789940"/>
                  </a:cubicBezTo>
                  <a:cubicBezTo>
                    <a:pt x="883920" y="800100"/>
                    <a:pt x="886460" y="807720"/>
                    <a:pt x="886460" y="819150"/>
                  </a:cubicBezTo>
                  <a:cubicBezTo>
                    <a:pt x="886460" y="834390"/>
                    <a:pt x="882650" y="859790"/>
                    <a:pt x="872490" y="876300"/>
                  </a:cubicBezTo>
                  <a:cubicBezTo>
                    <a:pt x="862330" y="891540"/>
                    <a:pt x="844550" y="906780"/>
                    <a:pt x="826770" y="913130"/>
                  </a:cubicBezTo>
                  <a:cubicBezTo>
                    <a:pt x="808990" y="919480"/>
                    <a:pt x="783590" y="918210"/>
                    <a:pt x="767080" y="915670"/>
                  </a:cubicBezTo>
                  <a:cubicBezTo>
                    <a:pt x="756920" y="913130"/>
                    <a:pt x="749300" y="909320"/>
                    <a:pt x="740410" y="901700"/>
                  </a:cubicBezTo>
                  <a:cubicBezTo>
                    <a:pt x="728980" y="891540"/>
                    <a:pt x="711200" y="872490"/>
                    <a:pt x="706120" y="854710"/>
                  </a:cubicBezTo>
                  <a:cubicBezTo>
                    <a:pt x="699770" y="836930"/>
                    <a:pt x="701040" y="812800"/>
                    <a:pt x="707390" y="795020"/>
                  </a:cubicBezTo>
                  <a:cubicBezTo>
                    <a:pt x="713740" y="777240"/>
                    <a:pt x="731520" y="758190"/>
                    <a:pt x="744220" y="749300"/>
                  </a:cubicBezTo>
                  <a:cubicBezTo>
                    <a:pt x="753110" y="741680"/>
                    <a:pt x="762000" y="739140"/>
                    <a:pt x="772160" y="736600"/>
                  </a:cubicBezTo>
                  <a:cubicBezTo>
                    <a:pt x="781050" y="734060"/>
                    <a:pt x="789940" y="732790"/>
                    <a:pt x="801370" y="734060"/>
                  </a:cubicBezTo>
                  <a:cubicBezTo>
                    <a:pt x="816610" y="736600"/>
                    <a:pt x="842010" y="745490"/>
                    <a:pt x="855980" y="756920"/>
                  </a:cubicBezTo>
                  <a:cubicBezTo>
                    <a:pt x="869950" y="769620"/>
                    <a:pt x="881380" y="789940"/>
                    <a:pt x="885190" y="808990"/>
                  </a:cubicBezTo>
                  <a:cubicBezTo>
                    <a:pt x="889000" y="826770"/>
                    <a:pt x="885190" y="850900"/>
                    <a:pt x="877570" y="867410"/>
                  </a:cubicBezTo>
                  <a:cubicBezTo>
                    <a:pt x="868680" y="883920"/>
                    <a:pt x="852170" y="900430"/>
                    <a:pt x="835660" y="909320"/>
                  </a:cubicBezTo>
                  <a:cubicBezTo>
                    <a:pt x="819150" y="918210"/>
                    <a:pt x="800100" y="922020"/>
                    <a:pt x="777240" y="918210"/>
                  </a:cubicBezTo>
                  <a:cubicBezTo>
                    <a:pt x="741680" y="910590"/>
                    <a:pt x="692150" y="876300"/>
                    <a:pt x="651510" y="847090"/>
                  </a:cubicBezTo>
                  <a:cubicBezTo>
                    <a:pt x="601980" y="811530"/>
                    <a:pt x="543560" y="755650"/>
                    <a:pt x="506730" y="715010"/>
                  </a:cubicBezTo>
                  <a:cubicBezTo>
                    <a:pt x="480060" y="684530"/>
                    <a:pt x="472440" y="656590"/>
                    <a:pt x="444500" y="628650"/>
                  </a:cubicBezTo>
                  <a:cubicBezTo>
                    <a:pt x="408940" y="591820"/>
                    <a:pt x="345440" y="565150"/>
                    <a:pt x="299720" y="521970"/>
                  </a:cubicBezTo>
                  <a:cubicBezTo>
                    <a:pt x="247650" y="473710"/>
                    <a:pt x="199390" y="405130"/>
                    <a:pt x="154940" y="346710"/>
                  </a:cubicBezTo>
                  <a:cubicBezTo>
                    <a:pt x="111760" y="290830"/>
                    <a:pt x="63500" y="226060"/>
                    <a:pt x="36830" y="180340"/>
                  </a:cubicBezTo>
                  <a:cubicBezTo>
                    <a:pt x="20320" y="151130"/>
                    <a:pt x="6350" y="128270"/>
                    <a:pt x="2540" y="104140"/>
                  </a:cubicBezTo>
                  <a:cubicBezTo>
                    <a:pt x="0" y="83820"/>
                    <a:pt x="2540" y="60960"/>
                    <a:pt x="11430" y="44450"/>
                  </a:cubicBezTo>
                  <a:cubicBezTo>
                    <a:pt x="20320" y="27940"/>
                    <a:pt x="39370" y="12700"/>
                    <a:pt x="57150" y="6350"/>
                  </a:cubicBezTo>
                  <a:cubicBezTo>
                    <a:pt x="74930" y="0"/>
                    <a:pt x="100330" y="0"/>
                    <a:pt x="118110" y="7620"/>
                  </a:cubicBezTo>
                  <a:cubicBezTo>
                    <a:pt x="134620" y="13970"/>
                    <a:pt x="162560" y="48260"/>
                    <a:pt x="162560" y="4826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13448348" y="2546033"/>
            <a:ext cx="1091565" cy="437197"/>
            <a:chOff x="0" y="0"/>
            <a:chExt cx="1455420" cy="582930"/>
          </a:xfrm>
        </p:grpSpPr>
        <p:sp>
          <p:nvSpPr>
            <p:cNvPr id="18" name="Freeform 18"/>
            <p:cNvSpPr/>
            <p:nvPr/>
          </p:nvSpPr>
          <p:spPr>
            <a:xfrm>
              <a:off x="48260" y="35560"/>
              <a:ext cx="1360170" cy="497840"/>
            </a:xfrm>
            <a:custGeom>
              <a:avLst/>
              <a:gdLst/>
              <a:ahLst/>
              <a:cxnLst/>
              <a:rect l="l" t="t" r="r" b="b"/>
              <a:pathLst>
                <a:path w="1360170" h="497840">
                  <a:moveTo>
                    <a:pt x="1285240" y="179070"/>
                  </a:moveTo>
                  <a:cubicBezTo>
                    <a:pt x="749300" y="250190"/>
                    <a:pt x="510540" y="336550"/>
                    <a:pt x="363220" y="389890"/>
                  </a:cubicBezTo>
                  <a:cubicBezTo>
                    <a:pt x="261620" y="427990"/>
                    <a:pt x="154940" y="486410"/>
                    <a:pt x="110490" y="495300"/>
                  </a:cubicBezTo>
                  <a:cubicBezTo>
                    <a:pt x="95250" y="497840"/>
                    <a:pt x="90170" y="497840"/>
                    <a:pt x="80010" y="494030"/>
                  </a:cubicBezTo>
                  <a:cubicBezTo>
                    <a:pt x="63500" y="490220"/>
                    <a:pt x="39370" y="478790"/>
                    <a:pt x="26670" y="463550"/>
                  </a:cubicBezTo>
                  <a:cubicBezTo>
                    <a:pt x="13970" y="449580"/>
                    <a:pt x="3810" y="426720"/>
                    <a:pt x="2540" y="407670"/>
                  </a:cubicBezTo>
                  <a:cubicBezTo>
                    <a:pt x="1270" y="388620"/>
                    <a:pt x="6350" y="364490"/>
                    <a:pt x="17780" y="349250"/>
                  </a:cubicBezTo>
                  <a:cubicBezTo>
                    <a:pt x="27940" y="332740"/>
                    <a:pt x="49530" y="317500"/>
                    <a:pt x="64770" y="311150"/>
                  </a:cubicBezTo>
                  <a:cubicBezTo>
                    <a:pt x="74930" y="306070"/>
                    <a:pt x="83820" y="304800"/>
                    <a:pt x="95250" y="304800"/>
                  </a:cubicBezTo>
                  <a:cubicBezTo>
                    <a:pt x="111760" y="306070"/>
                    <a:pt x="139700" y="314960"/>
                    <a:pt x="153670" y="322580"/>
                  </a:cubicBezTo>
                  <a:cubicBezTo>
                    <a:pt x="163830" y="328930"/>
                    <a:pt x="168910" y="335280"/>
                    <a:pt x="175260" y="345440"/>
                  </a:cubicBezTo>
                  <a:cubicBezTo>
                    <a:pt x="184150" y="359410"/>
                    <a:pt x="191770" y="387350"/>
                    <a:pt x="193040" y="403860"/>
                  </a:cubicBezTo>
                  <a:cubicBezTo>
                    <a:pt x="193040" y="415290"/>
                    <a:pt x="191770" y="422910"/>
                    <a:pt x="186690" y="433070"/>
                  </a:cubicBezTo>
                  <a:cubicBezTo>
                    <a:pt x="180340" y="448310"/>
                    <a:pt x="165100" y="471170"/>
                    <a:pt x="148590" y="481330"/>
                  </a:cubicBezTo>
                  <a:cubicBezTo>
                    <a:pt x="132080" y="491490"/>
                    <a:pt x="105410" y="495300"/>
                    <a:pt x="90170" y="495300"/>
                  </a:cubicBezTo>
                  <a:cubicBezTo>
                    <a:pt x="77470" y="495300"/>
                    <a:pt x="69850" y="494030"/>
                    <a:pt x="59690" y="487680"/>
                  </a:cubicBezTo>
                  <a:cubicBezTo>
                    <a:pt x="45720" y="480060"/>
                    <a:pt x="24130" y="463550"/>
                    <a:pt x="13970" y="447040"/>
                  </a:cubicBezTo>
                  <a:cubicBezTo>
                    <a:pt x="5080" y="430530"/>
                    <a:pt x="0" y="406400"/>
                    <a:pt x="2540" y="387350"/>
                  </a:cubicBezTo>
                  <a:cubicBezTo>
                    <a:pt x="5080" y="368300"/>
                    <a:pt x="19050" y="345440"/>
                    <a:pt x="30480" y="332740"/>
                  </a:cubicBezTo>
                  <a:cubicBezTo>
                    <a:pt x="38100" y="323850"/>
                    <a:pt x="41910" y="321310"/>
                    <a:pt x="55880" y="314960"/>
                  </a:cubicBezTo>
                  <a:cubicBezTo>
                    <a:pt x="88900" y="297180"/>
                    <a:pt x="196850" y="269240"/>
                    <a:pt x="251460" y="246380"/>
                  </a:cubicBezTo>
                  <a:cubicBezTo>
                    <a:pt x="292100" y="228600"/>
                    <a:pt x="306070" y="212090"/>
                    <a:pt x="355600" y="193040"/>
                  </a:cubicBezTo>
                  <a:cubicBezTo>
                    <a:pt x="467360" y="149860"/>
                    <a:pt x="808990" y="45720"/>
                    <a:pt x="916940" y="36830"/>
                  </a:cubicBezTo>
                  <a:cubicBezTo>
                    <a:pt x="960120" y="34290"/>
                    <a:pt x="977900" y="49530"/>
                    <a:pt x="1008380" y="46990"/>
                  </a:cubicBezTo>
                  <a:cubicBezTo>
                    <a:pt x="1040130" y="45720"/>
                    <a:pt x="1064260" y="29210"/>
                    <a:pt x="1099820" y="24130"/>
                  </a:cubicBezTo>
                  <a:cubicBezTo>
                    <a:pt x="1154430" y="15240"/>
                    <a:pt x="1259840" y="0"/>
                    <a:pt x="1301750" y="15240"/>
                  </a:cubicBezTo>
                  <a:cubicBezTo>
                    <a:pt x="1324610" y="22860"/>
                    <a:pt x="1338580" y="36830"/>
                    <a:pt x="1347470" y="53340"/>
                  </a:cubicBezTo>
                  <a:cubicBezTo>
                    <a:pt x="1356360" y="69850"/>
                    <a:pt x="1360170" y="95250"/>
                    <a:pt x="1355090" y="113030"/>
                  </a:cubicBezTo>
                  <a:cubicBezTo>
                    <a:pt x="1351280" y="130810"/>
                    <a:pt x="1336040" y="152400"/>
                    <a:pt x="1322070" y="163830"/>
                  </a:cubicBezTo>
                  <a:cubicBezTo>
                    <a:pt x="1311910" y="172720"/>
                    <a:pt x="1285240" y="179070"/>
                    <a:pt x="1285240" y="17907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13270230" y="2882265"/>
            <a:ext cx="192405" cy="199072"/>
            <a:chOff x="0" y="0"/>
            <a:chExt cx="256540" cy="265430"/>
          </a:xfrm>
        </p:grpSpPr>
        <p:sp>
          <p:nvSpPr>
            <p:cNvPr id="20" name="Freeform 20"/>
            <p:cNvSpPr/>
            <p:nvPr/>
          </p:nvSpPr>
          <p:spPr>
            <a:xfrm>
              <a:off x="43180" y="50800"/>
              <a:ext cx="161290" cy="166370"/>
            </a:xfrm>
            <a:custGeom>
              <a:avLst/>
              <a:gdLst/>
              <a:ahLst/>
              <a:cxnLst/>
              <a:rect l="l" t="t" r="r" b="b"/>
              <a:pathLst>
                <a:path w="161290" h="166370">
                  <a:moveTo>
                    <a:pt x="161290" y="57150"/>
                  </a:moveTo>
                  <a:cubicBezTo>
                    <a:pt x="139700" y="144780"/>
                    <a:pt x="128270" y="152400"/>
                    <a:pt x="116840" y="157480"/>
                  </a:cubicBezTo>
                  <a:cubicBezTo>
                    <a:pt x="104140" y="162560"/>
                    <a:pt x="91440" y="166370"/>
                    <a:pt x="77470" y="163830"/>
                  </a:cubicBezTo>
                  <a:cubicBezTo>
                    <a:pt x="58420" y="160020"/>
                    <a:pt x="24130" y="143510"/>
                    <a:pt x="11430" y="124460"/>
                  </a:cubicBezTo>
                  <a:cubicBezTo>
                    <a:pt x="0" y="105410"/>
                    <a:pt x="1270" y="67310"/>
                    <a:pt x="7620" y="48260"/>
                  </a:cubicBezTo>
                  <a:cubicBezTo>
                    <a:pt x="11430" y="34290"/>
                    <a:pt x="21590" y="24130"/>
                    <a:pt x="31750" y="16510"/>
                  </a:cubicBezTo>
                  <a:cubicBezTo>
                    <a:pt x="41910" y="8890"/>
                    <a:pt x="53340" y="1270"/>
                    <a:pt x="67310" y="0"/>
                  </a:cubicBezTo>
                  <a:cubicBezTo>
                    <a:pt x="87630" y="0"/>
                    <a:pt x="140970" y="22860"/>
                    <a:pt x="140970" y="2286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13642657" y="8930640"/>
            <a:ext cx="1429702" cy="738188"/>
            <a:chOff x="0" y="0"/>
            <a:chExt cx="1906270" cy="984250"/>
          </a:xfrm>
        </p:grpSpPr>
        <p:sp>
          <p:nvSpPr>
            <p:cNvPr id="22" name="Freeform 22"/>
            <p:cNvSpPr/>
            <p:nvPr/>
          </p:nvSpPr>
          <p:spPr>
            <a:xfrm>
              <a:off x="48260" y="46990"/>
              <a:ext cx="1809750" cy="891540"/>
            </a:xfrm>
            <a:custGeom>
              <a:avLst/>
              <a:gdLst/>
              <a:ahLst/>
              <a:cxnLst/>
              <a:rect l="l" t="t" r="r" b="b"/>
              <a:pathLst>
                <a:path w="1809750" h="891540">
                  <a:moveTo>
                    <a:pt x="1775460" y="153670"/>
                  </a:moveTo>
                  <a:cubicBezTo>
                    <a:pt x="1489710" y="318770"/>
                    <a:pt x="1410970" y="346710"/>
                    <a:pt x="1316990" y="381000"/>
                  </a:cubicBezTo>
                  <a:cubicBezTo>
                    <a:pt x="1197610" y="425450"/>
                    <a:pt x="1010920" y="469900"/>
                    <a:pt x="906780" y="511810"/>
                  </a:cubicBezTo>
                  <a:cubicBezTo>
                    <a:pt x="842010" y="539750"/>
                    <a:pt x="796290" y="574040"/>
                    <a:pt x="750570" y="590550"/>
                  </a:cubicBezTo>
                  <a:cubicBezTo>
                    <a:pt x="718820" y="601980"/>
                    <a:pt x="704850" y="595630"/>
                    <a:pt x="665480" y="609600"/>
                  </a:cubicBezTo>
                  <a:cubicBezTo>
                    <a:pt x="561340" y="646430"/>
                    <a:pt x="213360" y="867410"/>
                    <a:pt x="120650" y="886460"/>
                  </a:cubicBezTo>
                  <a:cubicBezTo>
                    <a:pt x="92710" y="891540"/>
                    <a:pt x="78740" y="890270"/>
                    <a:pt x="60960" y="882650"/>
                  </a:cubicBezTo>
                  <a:cubicBezTo>
                    <a:pt x="43180" y="875030"/>
                    <a:pt x="25400" y="859790"/>
                    <a:pt x="15240" y="843280"/>
                  </a:cubicBezTo>
                  <a:cubicBezTo>
                    <a:pt x="5080" y="826770"/>
                    <a:pt x="0" y="803910"/>
                    <a:pt x="2540" y="784860"/>
                  </a:cubicBezTo>
                  <a:cubicBezTo>
                    <a:pt x="5080" y="765810"/>
                    <a:pt x="17780" y="742950"/>
                    <a:pt x="27940" y="730250"/>
                  </a:cubicBezTo>
                  <a:cubicBezTo>
                    <a:pt x="35560" y="721360"/>
                    <a:pt x="41910" y="716280"/>
                    <a:pt x="52070" y="712470"/>
                  </a:cubicBezTo>
                  <a:cubicBezTo>
                    <a:pt x="67310" y="706120"/>
                    <a:pt x="95250" y="701040"/>
                    <a:pt x="111760" y="702310"/>
                  </a:cubicBezTo>
                  <a:cubicBezTo>
                    <a:pt x="123190" y="703580"/>
                    <a:pt x="130810" y="706120"/>
                    <a:pt x="140970" y="712470"/>
                  </a:cubicBezTo>
                  <a:cubicBezTo>
                    <a:pt x="153670" y="721360"/>
                    <a:pt x="173990" y="741680"/>
                    <a:pt x="181610" y="756920"/>
                  </a:cubicBezTo>
                  <a:cubicBezTo>
                    <a:pt x="186690" y="765810"/>
                    <a:pt x="189230" y="774700"/>
                    <a:pt x="189230" y="786130"/>
                  </a:cubicBezTo>
                  <a:cubicBezTo>
                    <a:pt x="189230" y="801370"/>
                    <a:pt x="186690" y="828040"/>
                    <a:pt x="176530" y="844550"/>
                  </a:cubicBezTo>
                  <a:cubicBezTo>
                    <a:pt x="166370" y="859790"/>
                    <a:pt x="148590" y="876300"/>
                    <a:pt x="130810" y="882650"/>
                  </a:cubicBezTo>
                  <a:cubicBezTo>
                    <a:pt x="113030" y="890270"/>
                    <a:pt x="88900" y="891540"/>
                    <a:pt x="71120" y="886460"/>
                  </a:cubicBezTo>
                  <a:cubicBezTo>
                    <a:pt x="52070" y="880110"/>
                    <a:pt x="33020" y="867410"/>
                    <a:pt x="21590" y="852170"/>
                  </a:cubicBezTo>
                  <a:cubicBezTo>
                    <a:pt x="10160" y="836930"/>
                    <a:pt x="2540" y="814070"/>
                    <a:pt x="2540" y="795020"/>
                  </a:cubicBezTo>
                  <a:cubicBezTo>
                    <a:pt x="2540" y="775970"/>
                    <a:pt x="3810" y="759460"/>
                    <a:pt x="21590" y="737870"/>
                  </a:cubicBezTo>
                  <a:cubicBezTo>
                    <a:pt x="77470" y="671830"/>
                    <a:pt x="379730" y="541020"/>
                    <a:pt x="527050" y="471170"/>
                  </a:cubicBezTo>
                  <a:cubicBezTo>
                    <a:pt x="638810" y="420370"/>
                    <a:pt x="717550" y="389890"/>
                    <a:pt x="824230" y="350520"/>
                  </a:cubicBezTo>
                  <a:cubicBezTo>
                    <a:pt x="947420" y="306070"/>
                    <a:pt x="1101090" y="269240"/>
                    <a:pt x="1226820" y="224790"/>
                  </a:cubicBezTo>
                  <a:cubicBezTo>
                    <a:pt x="1339850" y="184150"/>
                    <a:pt x="1457960" y="139700"/>
                    <a:pt x="1545590" y="96520"/>
                  </a:cubicBezTo>
                  <a:cubicBezTo>
                    <a:pt x="1609090" y="66040"/>
                    <a:pt x="1668780" y="12700"/>
                    <a:pt x="1705610" y="3810"/>
                  </a:cubicBezTo>
                  <a:cubicBezTo>
                    <a:pt x="1723390" y="0"/>
                    <a:pt x="1733550" y="1270"/>
                    <a:pt x="1746250" y="5080"/>
                  </a:cubicBezTo>
                  <a:cubicBezTo>
                    <a:pt x="1762760" y="11430"/>
                    <a:pt x="1784350" y="26670"/>
                    <a:pt x="1794510" y="41910"/>
                  </a:cubicBezTo>
                  <a:cubicBezTo>
                    <a:pt x="1804670" y="58420"/>
                    <a:pt x="1809750" y="82550"/>
                    <a:pt x="1805940" y="101600"/>
                  </a:cubicBezTo>
                  <a:cubicBezTo>
                    <a:pt x="1802130" y="120650"/>
                    <a:pt x="1775460" y="153670"/>
                    <a:pt x="1775460" y="15367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8903970" y="8929688"/>
            <a:ext cx="754380" cy="1043940"/>
            <a:chOff x="0" y="0"/>
            <a:chExt cx="1005840" cy="1391920"/>
          </a:xfrm>
        </p:grpSpPr>
        <p:sp>
          <p:nvSpPr>
            <p:cNvPr id="24" name="Freeform 24"/>
            <p:cNvSpPr/>
            <p:nvPr/>
          </p:nvSpPr>
          <p:spPr>
            <a:xfrm>
              <a:off x="46990" y="48260"/>
              <a:ext cx="909320" cy="1294130"/>
            </a:xfrm>
            <a:custGeom>
              <a:avLst/>
              <a:gdLst/>
              <a:ahLst/>
              <a:cxnLst/>
              <a:rect l="l" t="t" r="r" b="b"/>
              <a:pathLst>
                <a:path w="909320" h="1294130">
                  <a:moveTo>
                    <a:pt x="170180" y="63500"/>
                  </a:moveTo>
                  <a:cubicBezTo>
                    <a:pt x="335280" y="577850"/>
                    <a:pt x="342900" y="585470"/>
                    <a:pt x="367030" y="617220"/>
                  </a:cubicBezTo>
                  <a:cubicBezTo>
                    <a:pt x="408940" y="676910"/>
                    <a:pt x="491490" y="770890"/>
                    <a:pt x="570230" y="852170"/>
                  </a:cubicBezTo>
                  <a:cubicBezTo>
                    <a:pt x="662940" y="948690"/>
                    <a:pt x="858520" y="1084580"/>
                    <a:pt x="895350" y="1150620"/>
                  </a:cubicBezTo>
                  <a:cubicBezTo>
                    <a:pt x="908050" y="1174750"/>
                    <a:pt x="909320" y="1191260"/>
                    <a:pt x="906780" y="1210310"/>
                  </a:cubicBezTo>
                  <a:cubicBezTo>
                    <a:pt x="904240" y="1229360"/>
                    <a:pt x="894080" y="1250950"/>
                    <a:pt x="880110" y="1264920"/>
                  </a:cubicBezTo>
                  <a:cubicBezTo>
                    <a:pt x="867410" y="1277620"/>
                    <a:pt x="842010" y="1287780"/>
                    <a:pt x="826770" y="1291590"/>
                  </a:cubicBezTo>
                  <a:cubicBezTo>
                    <a:pt x="815340" y="1294130"/>
                    <a:pt x="806450" y="1294130"/>
                    <a:pt x="796290" y="1291590"/>
                  </a:cubicBezTo>
                  <a:cubicBezTo>
                    <a:pt x="779780" y="1286510"/>
                    <a:pt x="755650" y="1276350"/>
                    <a:pt x="742950" y="1261110"/>
                  </a:cubicBezTo>
                  <a:cubicBezTo>
                    <a:pt x="730250" y="1247140"/>
                    <a:pt x="721360" y="1221740"/>
                    <a:pt x="718820" y="1206500"/>
                  </a:cubicBezTo>
                  <a:cubicBezTo>
                    <a:pt x="716280" y="1195070"/>
                    <a:pt x="717550" y="1186180"/>
                    <a:pt x="721360" y="1176020"/>
                  </a:cubicBezTo>
                  <a:cubicBezTo>
                    <a:pt x="726440" y="1160780"/>
                    <a:pt x="741680" y="1135380"/>
                    <a:pt x="753110" y="1125220"/>
                  </a:cubicBezTo>
                  <a:cubicBezTo>
                    <a:pt x="762000" y="1116330"/>
                    <a:pt x="768350" y="1112520"/>
                    <a:pt x="779780" y="1108710"/>
                  </a:cubicBezTo>
                  <a:cubicBezTo>
                    <a:pt x="795020" y="1104900"/>
                    <a:pt x="821690" y="1102360"/>
                    <a:pt x="839470" y="1107440"/>
                  </a:cubicBezTo>
                  <a:cubicBezTo>
                    <a:pt x="858520" y="1112520"/>
                    <a:pt x="878840" y="1130300"/>
                    <a:pt x="889000" y="1141730"/>
                  </a:cubicBezTo>
                  <a:cubicBezTo>
                    <a:pt x="896620" y="1150620"/>
                    <a:pt x="900430" y="1158240"/>
                    <a:pt x="902970" y="1169670"/>
                  </a:cubicBezTo>
                  <a:cubicBezTo>
                    <a:pt x="906780" y="1184910"/>
                    <a:pt x="908050" y="1211580"/>
                    <a:pt x="901700" y="1229360"/>
                  </a:cubicBezTo>
                  <a:cubicBezTo>
                    <a:pt x="895350" y="1248410"/>
                    <a:pt x="880110" y="1267460"/>
                    <a:pt x="864870" y="1277620"/>
                  </a:cubicBezTo>
                  <a:cubicBezTo>
                    <a:pt x="848360" y="1287780"/>
                    <a:pt x="825500" y="1294130"/>
                    <a:pt x="806450" y="1292860"/>
                  </a:cubicBezTo>
                  <a:cubicBezTo>
                    <a:pt x="787400" y="1290320"/>
                    <a:pt x="774700" y="1283970"/>
                    <a:pt x="750570" y="1268730"/>
                  </a:cubicBezTo>
                  <a:cubicBezTo>
                    <a:pt x="690880" y="1230630"/>
                    <a:pt x="560070" y="1108710"/>
                    <a:pt x="472440" y="1019810"/>
                  </a:cubicBezTo>
                  <a:cubicBezTo>
                    <a:pt x="383540" y="930910"/>
                    <a:pt x="283210" y="821690"/>
                    <a:pt x="222250" y="735330"/>
                  </a:cubicBezTo>
                  <a:cubicBezTo>
                    <a:pt x="177800" y="671830"/>
                    <a:pt x="154940" y="633730"/>
                    <a:pt x="124460" y="558800"/>
                  </a:cubicBezTo>
                  <a:cubicBezTo>
                    <a:pt x="77470" y="441960"/>
                    <a:pt x="0" y="171450"/>
                    <a:pt x="3810" y="90170"/>
                  </a:cubicBezTo>
                  <a:cubicBezTo>
                    <a:pt x="3810" y="62230"/>
                    <a:pt x="10160" y="46990"/>
                    <a:pt x="22860" y="33020"/>
                  </a:cubicBezTo>
                  <a:cubicBezTo>
                    <a:pt x="34290" y="17780"/>
                    <a:pt x="55880" y="6350"/>
                    <a:pt x="74930" y="2540"/>
                  </a:cubicBezTo>
                  <a:cubicBezTo>
                    <a:pt x="93980" y="0"/>
                    <a:pt x="118110" y="5080"/>
                    <a:pt x="134620" y="15240"/>
                  </a:cubicBezTo>
                  <a:cubicBezTo>
                    <a:pt x="149860" y="25400"/>
                    <a:pt x="170180" y="63500"/>
                    <a:pt x="170180" y="6350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9654540" y="9873615"/>
            <a:ext cx="199072" cy="194310"/>
            <a:chOff x="0" y="0"/>
            <a:chExt cx="265430" cy="259080"/>
          </a:xfrm>
        </p:grpSpPr>
        <p:sp>
          <p:nvSpPr>
            <p:cNvPr id="26" name="Freeform 26"/>
            <p:cNvSpPr/>
            <p:nvPr/>
          </p:nvSpPr>
          <p:spPr>
            <a:xfrm>
              <a:off x="49530" y="49530"/>
              <a:ext cx="162560" cy="167640"/>
            </a:xfrm>
            <a:custGeom>
              <a:avLst/>
              <a:gdLst/>
              <a:ahLst/>
              <a:cxnLst/>
              <a:rect l="l" t="t" r="r" b="b"/>
              <a:pathLst>
                <a:path w="162560" h="167640">
                  <a:moveTo>
                    <a:pt x="162560" y="58420"/>
                  </a:moveTo>
                  <a:cubicBezTo>
                    <a:pt x="158750" y="116840"/>
                    <a:pt x="138430" y="148590"/>
                    <a:pt x="116840" y="158750"/>
                  </a:cubicBezTo>
                  <a:cubicBezTo>
                    <a:pt x="96520" y="167640"/>
                    <a:pt x="58420" y="161290"/>
                    <a:pt x="40640" y="153670"/>
                  </a:cubicBezTo>
                  <a:cubicBezTo>
                    <a:pt x="27940" y="147320"/>
                    <a:pt x="19050" y="137160"/>
                    <a:pt x="12700" y="125730"/>
                  </a:cubicBezTo>
                  <a:cubicBezTo>
                    <a:pt x="6350" y="114300"/>
                    <a:pt x="0" y="102870"/>
                    <a:pt x="1270" y="87630"/>
                  </a:cubicBezTo>
                  <a:cubicBezTo>
                    <a:pt x="2540" y="68580"/>
                    <a:pt x="17780" y="31750"/>
                    <a:pt x="33020" y="17780"/>
                  </a:cubicBezTo>
                  <a:cubicBezTo>
                    <a:pt x="41910" y="7620"/>
                    <a:pt x="54610" y="2540"/>
                    <a:pt x="68580" y="1270"/>
                  </a:cubicBezTo>
                  <a:cubicBezTo>
                    <a:pt x="88900" y="0"/>
                    <a:pt x="142240" y="24130"/>
                    <a:pt x="142240" y="2413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6782753" y="6224588"/>
            <a:ext cx="1232535" cy="718185"/>
            <a:chOff x="0" y="0"/>
            <a:chExt cx="1643380" cy="957580"/>
          </a:xfrm>
        </p:grpSpPr>
        <p:sp>
          <p:nvSpPr>
            <p:cNvPr id="28" name="Freeform 28"/>
            <p:cNvSpPr/>
            <p:nvPr/>
          </p:nvSpPr>
          <p:spPr>
            <a:xfrm>
              <a:off x="44450" y="50800"/>
              <a:ext cx="1551940" cy="857250"/>
            </a:xfrm>
            <a:custGeom>
              <a:avLst/>
              <a:gdLst/>
              <a:ahLst/>
              <a:cxnLst/>
              <a:rect l="l" t="t" r="r" b="b"/>
              <a:pathLst>
                <a:path w="1551940" h="857250">
                  <a:moveTo>
                    <a:pt x="123190" y="8890"/>
                  </a:moveTo>
                  <a:cubicBezTo>
                    <a:pt x="278130" y="78740"/>
                    <a:pt x="505460" y="128270"/>
                    <a:pt x="612140" y="167640"/>
                  </a:cubicBezTo>
                  <a:cubicBezTo>
                    <a:pt x="680720" y="194310"/>
                    <a:pt x="709930" y="218440"/>
                    <a:pt x="777240" y="247650"/>
                  </a:cubicBezTo>
                  <a:cubicBezTo>
                    <a:pt x="877570" y="290830"/>
                    <a:pt x="1083310" y="353060"/>
                    <a:pt x="1162050" y="392430"/>
                  </a:cubicBezTo>
                  <a:cubicBezTo>
                    <a:pt x="1200150" y="411480"/>
                    <a:pt x="1207770" y="417830"/>
                    <a:pt x="1240790" y="444500"/>
                  </a:cubicBezTo>
                  <a:cubicBezTo>
                    <a:pt x="1310640" y="497840"/>
                    <a:pt x="1506220" y="656590"/>
                    <a:pt x="1539240" y="718820"/>
                  </a:cubicBezTo>
                  <a:cubicBezTo>
                    <a:pt x="1551940" y="744220"/>
                    <a:pt x="1549400" y="763270"/>
                    <a:pt x="1546860" y="779780"/>
                  </a:cubicBezTo>
                  <a:cubicBezTo>
                    <a:pt x="1545590" y="791210"/>
                    <a:pt x="1543050" y="798830"/>
                    <a:pt x="1536700" y="807720"/>
                  </a:cubicBezTo>
                  <a:cubicBezTo>
                    <a:pt x="1526540" y="821690"/>
                    <a:pt x="1506220" y="840740"/>
                    <a:pt x="1490980" y="848360"/>
                  </a:cubicBezTo>
                  <a:cubicBezTo>
                    <a:pt x="1480820" y="853440"/>
                    <a:pt x="1471930" y="854710"/>
                    <a:pt x="1461770" y="855980"/>
                  </a:cubicBezTo>
                  <a:cubicBezTo>
                    <a:pt x="1451610" y="855980"/>
                    <a:pt x="1441450" y="855980"/>
                    <a:pt x="1431290" y="853440"/>
                  </a:cubicBezTo>
                  <a:cubicBezTo>
                    <a:pt x="1416050" y="847090"/>
                    <a:pt x="1391920" y="835660"/>
                    <a:pt x="1380490" y="820420"/>
                  </a:cubicBezTo>
                  <a:cubicBezTo>
                    <a:pt x="1367790" y="805180"/>
                    <a:pt x="1360170" y="782320"/>
                    <a:pt x="1360170" y="763270"/>
                  </a:cubicBezTo>
                  <a:cubicBezTo>
                    <a:pt x="1358900" y="744220"/>
                    <a:pt x="1369060" y="720090"/>
                    <a:pt x="1377950" y="706120"/>
                  </a:cubicBezTo>
                  <a:cubicBezTo>
                    <a:pt x="1383030" y="695960"/>
                    <a:pt x="1389380" y="689610"/>
                    <a:pt x="1399540" y="684530"/>
                  </a:cubicBezTo>
                  <a:cubicBezTo>
                    <a:pt x="1413510" y="675640"/>
                    <a:pt x="1437640" y="665480"/>
                    <a:pt x="1456690" y="666750"/>
                  </a:cubicBezTo>
                  <a:cubicBezTo>
                    <a:pt x="1475740" y="666750"/>
                    <a:pt x="1498600" y="675640"/>
                    <a:pt x="1513840" y="687070"/>
                  </a:cubicBezTo>
                  <a:cubicBezTo>
                    <a:pt x="1529080" y="699770"/>
                    <a:pt x="1541780" y="720090"/>
                    <a:pt x="1545590" y="739140"/>
                  </a:cubicBezTo>
                  <a:cubicBezTo>
                    <a:pt x="1550670" y="756920"/>
                    <a:pt x="1545590" y="783590"/>
                    <a:pt x="1540510" y="798830"/>
                  </a:cubicBezTo>
                  <a:cubicBezTo>
                    <a:pt x="1536700" y="810260"/>
                    <a:pt x="1532890" y="816610"/>
                    <a:pt x="1524000" y="824230"/>
                  </a:cubicBezTo>
                  <a:cubicBezTo>
                    <a:pt x="1512570" y="835660"/>
                    <a:pt x="1490980" y="850900"/>
                    <a:pt x="1471930" y="854710"/>
                  </a:cubicBezTo>
                  <a:cubicBezTo>
                    <a:pt x="1452880" y="857250"/>
                    <a:pt x="1433830" y="855980"/>
                    <a:pt x="1412240" y="845820"/>
                  </a:cubicBezTo>
                  <a:cubicBezTo>
                    <a:pt x="1376680" y="830580"/>
                    <a:pt x="1322070" y="778510"/>
                    <a:pt x="1287780" y="744220"/>
                  </a:cubicBezTo>
                  <a:cubicBezTo>
                    <a:pt x="1258570" y="715010"/>
                    <a:pt x="1245870" y="684530"/>
                    <a:pt x="1215390" y="656590"/>
                  </a:cubicBezTo>
                  <a:cubicBezTo>
                    <a:pt x="1177290" y="622300"/>
                    <a:pt x="1141730" y="594360"/>
                    <a:pt x="1075690" y="556260"/>
                  </a:cubicBezTo>
                  <a:cubicBezTo>
                    <a:pt x="942340" y="481330"/>
                    <a:pt x="579120" y="328930"/>
                    <a:pt x="434340" y="281940"/>
                  </a:cubicBezTo>
                  <a:cubicBezTo>
                    <a:pt x="363220" y="260350"/>
                    <a:pt x="327660" y="265430"/>
                    <a:pt x="270510" y="247650"/>
                  </a:cubicBezTo>
                  <a:cubicBezTo>
                    <a:pt x="200660" y="227330"/>
                    <a:pt x="90170" y="189230"/>
                    <a:pt x="48260" y="160020"/>
                  </a:cubicBezTo>
                  <a:cubicBezTo>
                    <a:pt x="26670" y="146050"/>
                    <a:pt x="13970" y="133350"/>
                    <a:pt x="7620" y="116840"/>
                  </a:cubicBezTo>
                  <a:cubicBezTo>
                    <a:pt x="0" y="99060"/>
                    <a:pt x="0" y="73660"/>
                    <a:pt x="6350" y="57150"/>
                  </a:cubicBezTo>
                  <a:cubicBezTo>
                    <a:pt x="12700" y="39370"/>
                    <a:pt x="30480" y="20320"/>
                    <a:pt x="44450" y="11430"/>
                  </a:cubicBezTo>
                  <a:cubicBezTo>
                    <a:pt x="57150" y="3810"/>
                    <a:pt x="71120" y="1270"/>
                    <a:pt x="83820" y="0"/>
                  </a:cubicBezTo>
                  <a:cubicBezTo>
                    <a:pt x="96520" y="0"/>
                    <a:pt x="123190" y="8890"/>
                    <a:pt x="123190" y="889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5384482" y="9655493"/>
            <a:ext cx="1075373" cy="485775"/>
            <a:chOff x="0" y="0"/>
            <a:chExt cx="1433830" cy="647700"/>
          </a:xfrm>
        </p:grpSpPr>
        <p:sp>
          <p:nvSpPr>
            <p:cNvPr id="30" name="Freeform 30"/>
            <p:cNvSpPr/>
            <p:nvPr/>
          </p:nvSpPr>
          <p:spPr>
            <a:xfrm>
              <a:off x="49530" y="46990"/>
              <a:ext cx="1338580" cy="551180"/>
            </a:xfrm>
            <a:custGeom>
              <a:avLst/>
              <a:gdLst/>
              <a:ahLst/>
              <a:cxnLst/>
              <a:rect l="l" t="t" r="r" b="b"/>
              <a:pathLst>
                <a:path w="1338580" h="551180">
                  <a:moveTo>
                    <a:pt x="1290320" y="162560"/>
                  </a:moveTo>
                  <a:cubicBezTo>
                    <a:pt x="981710" y="293370"/>
                    <a:pt x="933450" y="289560"/>
                    <a:pt x="855980" y="311150"/>
                  </a:cubicBezTo>
                  <a:cubicBezTo>
                    <a:pt x="731520" y="345440"/>
                    <a:pt x="519430" y="440690"/>
                    <a:pt x="381000" y="482600"/>
                  </a:cubicBezTo>
                  <a:cubicBezTo>
                    <a:pt x="278130" y="514350"/>
                    <a:pt x="161290" y="548640"/>
                    <a:pt x="102870" y="548640"/>
                  </a:cubicBezTo>
                  <a:cubicBezTo>
                    <a:pt x="77470" y="549910"/>
                    <a:pt x="60960" y="546100"/>
                    <a:pt x="45720" y="535940"/>
                  </a:cubicBezTo>
                  <a:cubicBezTo>
                    <a:pt x="29210" y="527050"/>
                    <a:pt x="13970" y="505460"/>
                    <a:pt x="7620" y="491490"/>
                  </a:cubicBezTo>
                  <a:cubicBezTo>
                    <a:pt x="2540" y="481330"/>
                    <a:pt x="0" y="473710"/>
                    <a:pt x="1270" y="462280"/>
                  </a:cubicBezTo>
                  <a:cubicBezTo>
                    <a:pt x="1270" y="445770"/>
                    <a:pt x="6350" y="420370"/>
                    <a:pt x="16510" y="405130"/>
                  </a:cubicBezTo>
                  <a:cubicBezTo>
                    <a:pt x="26670" y="388620"/>
                    <a:pt x="45720" y="374650"/>
                    <a:pt x="63500" y="368300"/>
                  </a:cubicBezTo>
                  <a:cubicBezTo>
                    <a:pt x="81280" y="363220"/>
                    <a:pt x="107950" y="364490"/>
                    <a:pt x="123190" y="368300"/>
                  </a:cubicBezTo>
                  <a:cubicBezTo>
                    <a:pt x="134620" y="372110"/>
                    <a:pt x="140970" y="375920"/>
                    <a:pt x="149860" y="383540"/>
                  </a:cubicBezTo>
                  <a:cubicBezTo>
                    <a:pt x="161290" y="393700"/>
                    <a:pt x="177800" y="414020"/>
                    <a:pt x="182880" y="431800"/>
                  </a:cubicBezTo>
                  <a:cubicBezTo>
                    <a:pt x="187960" y="450850"/>
                    <a:pt x="184150" y="476250"/>
                    <a:pt x="180340" y="491490"/>
                  </a:cubicBezTo>
                  <a:cubicBezTo>
                    <a:pt x="176530" y="501650"/>
                    <a:pt x="172720" y="509270"/>
                    <a:pt x="163830" y="516890"/>
                  </a:cubicBezTo>
                  <a:cubicBezTo>
                    <a:pt x="152400" y="528320"/>
                    <a:pt x="132080" y="543560"/>
                    <a:pt x="113030" y="547370"/>
                  </a:cubicBezTo>
                  <a:cubicBezTo>
                    <a:pt x="95250" y="551180"/>
                    <a:pt x="71120" y="548640"/>
                    <a:pt x="54610" y="541020"/>
                  </a:cubicBezTo>
                  <a:cubicBezTo>
                    <a:pt x="36830" y="533400"/>
                    <a:pt x="20320" y="513080"/>
                    <a:pt x="11430" y="500380"/>
                  </a:cubicBezTo>
                  <a:cubicBezTo>
                    <a:pt x="5080" y="490220"/>
                    <a:pt x="2540" y="482600"/>
                    <a:pt x="1270" y="471170"/>
                  </a:cubicBezTo>
                  <a:cubicBezTo>
                    <a:pt x="0" y="455930"/>
                    <a:pt x="2540" y="429260"/>
                    <a:pt x="11430" y="412750"/>
                  </a:cubicBezTo>
                  <a:cubicBezTo>
                    <a:pt x="20320" y="396240"/>
                    <a:pt x="33020" y="383540"/>
                    <a:pt x="54610" y="372110"/>
                  </a:cubicBezTo>
                  <a:cubicBezTo>
                    <a:pt x="96520" y="350520"/>
                    <a:pt x="175260" y="353060"/>
                    <a:pt x="259080" y="330200"/>
                  </a:cubicBezTo>
                  <a:cubicBezTo>
                    <a:pt x="400050" y="292100"/>
                    <a:pt x="671830" y="176530"/>
                    <a:pt x="817880" y="137160"/>
                  </a:cubicBezTo>
                  <a:cubicBezTo>
                    <a:pt x="909320" y="113030"/>
                    <a:pt x="975360" y="118110"/>
                    <a:pt x="1046480" y="93980"/>
                  </a:cubicBezTo>
                  <a:cubicBezTo>
                    <a:pt x="1113790" y="72390"/>
                    <a:pt x="1187450" y="11430"/>
                    <a:pt x="1234440" y="3810"/>
                  </a:cubicBezTo>
                  <a:cubicBezTo>
                    <a:pt x="1258570" y="0"/>
                    <a:pt x="1277620" y="2540"/>
                    <a:pt x="1294130" y="12700"/>
                  </a:cubicBezTo>
                  <a:cubicBezTo>
                    <a:pt x="1310640" y="21590"/>
                    <a:pt x="1325880" y="40640"/>
                    <a:pt x="1332230" y="58420"/>
                  </a:cubicBezTo>
                  <a:cubicBezTo>
                    <a:pt x="1338580" y="76200"/>
                    <a:pt x="1338580" y="100330"/>
                    <a:pt x="1330960" y="118110"/>
                  </a:cubicBezTo>
                  <a:cubicBezTo>
                    <a:pt x="1324610" y="135890"/>
                    <a:pt x="1290320" y="162560"/>
                    <a:pt x="1290320" y="16256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sp>
        <p:nvSpPr>
          <p:cNvPr id="31" name="TextBox 31"/>
          <p:cNvSpPr txBox="1"/>
          <p:nvPr/>
        </p:nvSpPr>
        <p:spPr>
          <a:xfrm>
            <a:off x="2394546" y="7044740"/>
            <a:ext cx="5004474" cy="1500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Simulate emergency alert handling for faster response in critical situations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520338" y="7170737"/>
            <a:ext cx="5004474" cy="1995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Monitor mental wellness using an interactive wellness bot and generate simple health reports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300412" y="3708400"/>
            <a:ext cx="5004474" cy="1500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Centralize patient and doctor records for easy access and management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340819" y="3357563"/>
            <a:ext cx="5004474" cy="2491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Automate appointment scheduling</a:t>
            </a:r>
          </a:p>
          <a:p>
            <a:pPr algn="ctr">
              <a:lnSpc>
                <a:spcPts val="3919"/>
              </a:lnSpc>
            </a:pPr>
            <a:endParaRPr lang="en-US" sz="2799">
              <a:solidFill>
                <a:srgbClr val="3B365F"/>
              </a:solidFill>
              <a:latin typeface="Coco Gothic"/>
              <a:ea typeface="Coco Gothic"/>
              <a:cs typeface="Coco Gothic"/>
              <a:sym typeface="Coco Gothic"/>
            </a:endParaRP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Streamline billing processes with accuracy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855505" y="396359"/>
            <a:ext cx="12576991" cy="112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Proposed Solution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34478" y="1651953"/>
            <a:ext cx="17293365" cy="853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To address the inefficiencies in traditional hospital management, this project proposes a Java-based Hospital Management System that consolidates core operations into a single, modular application. The system is designed to: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91004">
            <a:off x="10703618" y="144129"/>
            <a:ext cx="9743832" cy="10202966"/>
          </a:xfrm>
          <a:custGeom>
            <a:avLst/>
            <a:gdLst/>
            <a:ahLst/>
            <a:cxnLst/>
            <a:rect l="l" t="t" r="r" b="b"/>
            <a:pathLst>
              <a:path w="9743832" h="10202966">
                <a:moveTo>
                  <a:pt x="0" y="0"/>
                </a:moveTo>
                <a:lnTo>
                  <a:pt x="9743832" y="0"/>
                </a:lnTo>
                <a:lnTo>
                  <a:pt x="9743832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2472354" flipH="1">
            <a:off x="-1634853" y="-810919"/>
            <a:ext cx="9743832" cy="10202966"/>
          </a:xfrm>
          <a:custGeom>
            <a:avLst/>
            <a:gdLst/>
            <a:ahLst/>
            <a:cxnLst/>
            <a:rect l="l" t="t" r="r" b="b"/>
            <a:pathLst>
              <a:path w="9743832" h="10202966">
                <a:moveTo>
                  <a:pt x="9743833" y="0"/>
                </a:moveTo>
                <a:lnTo>
                  <a:pt x="0" y="0"/>
                </a:lnTo>
                <a:lnTo>
                  <a:pt x="0" y="10202965"/>
                </a:lnTo>
                <a:lnTo>
                  <a:pt x="9743833" y="10202965"/>
                </a:lnTo>
                <a:lnTo>
                  <a:pt x="974383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441338" flipH="1">
            <a:off x="2946392" y="2796446"/>
            <a:ext cx="12395216" cy="7780208"/>
          </a:xfrm>
          <a:custGeom>
            <a:avLst/>
            <a:gdLst/>
            <a:ahLst/>
            <a:cxnLst/>
            <a:rect l="l" t="t" r="r" b="b"/>
            <a:pathLst>
              <a:path w="12395216" h="7780208">
                <a:moveTo>
                  <a:pt x="12395216" y="0"/>
                </a:moveTo>
                <a:lnTo>
                  <a:pt x="0" y="0"/>
                </a:lnTo>
                <a:lnTo>
                  <a:pt x="0" y="7780208"/>
                </a:lnTo>
                <a:lnTo>
                  <a:pt x="12395216" y="7780208"/>
                </a:lnTo>
                <a:lnTo>
                  <a:pt x="1239521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3732019" y="4207014"/>
            <a:ext cx="4113256" cy="6538413"/>
          </a:xfrm>
          <a:custGeom>
            <a:avLst/>
            <a:gdLst/>
            <a:ahLst/>
            <a:cxnLst/>
            <a:rect l="l" t="t" r="r" b="b"/>
            <a:pathLst>
              <a:path w="4113256" h="6538413">
                <a:moveTo>
                  <a:pt x="4113256" y="0"/>
                </a:moveTo>
                <a:lnTo>
                  <a:pt x="0" y="0"/>
                </a:lnTo>
                <a:lnTo>
                  <a:pt x="0" y="6538413"/>
                </a:lnTo>
                <a:lnTo>
                  <a:pt x="4113256" y="6538413"/>
                </a:lnTo>
                <a:lnTo>
                  <a:pt x="411325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20399" y="2005164"/>
            <a:ext cx="3357908" cy="8281836"/>
          </a:xfrm>
          <a:custGeom>
            <a:avLst/>
            <a:gdLst/>
            <a:ahLst/>
            <a:cxnLst/>
            <a:rect l="l" t="t" r="r" b="b"/>
            <a:pathLst>
              <a:path w="3357908" h="8281836">
                <a:moveTo>
                  <a:pt x="0" y="0"/>
                </a:moveTo>
                <a:lnTo>
                  <a:pt x="3357908" y="0"/>
                </a:lnTo>
                <a:lnTo>
                  <a:pt x="3357908" y="8281836"/>
                </a:lnTo>
                <a:lnTo>
                  <a:pt x="0" y="82818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14908788" y="2448585"/>
            <a:ext cx="2936487" cy="1841978"/>
          </a:xfrm>
          <a:custGeom>
            <a:avLst/>
            <a:gdLst/>
            <a:ahLst/>
            <a:cxnLst/>
            <a:rect l="l" t="t" r="r" b="b"/>
            <a:pathLst>
              <a:path w="2936487" h="1841978">
                <a:moveTo>
                  <a:pt x="2936487" y="0"/>
                </a:moveTo>
                <a:lnTo>
                  <a:pt x="0" y="0"/>
                </a:lnTo>
                <a:lnTo>
                  <a:pt x="0" y="1841979"/>
                </a:lnTo>
                <a:lnTo>
                  <a:pt x="2936487" y="1841979"/>
                </a:lnTo>
                <a:lnTo>
                  <a:pt x="2936487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667865" y="3369574"/>
            <a:ext cx="8574596" cy="6634594"/>
          </a:xfrm>
          <a:custGeom>
            <a:avLst/>
            <a:gdLst/>
            <a:ahLst/>
            <a:cxnLst/>
            <a:rect l="l" t="t" r="r" b="b"/>
            <a:pathLst>
              <a:path w="8574596" h="6634594">
                <a:moveTo>
                  <a:pt x="0" y="0"/>
                </a:moveTo>
                <a:lnTo>
                  <a:pt x="8574596" y="0"/>
                </a:lnTo>
                <a:lnTo>
                  <a:pt x="8574596" y="6634594"/>
                </a:lnTo>
                <a:lnTo>
                  <a:pt x="0" y="663459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527667" y="895350"/>
            <a:ext cx="11232665" cy="2273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Basic Structure of the System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91004">
            <a:off x="10703618" y="144129"/>
            <a:ext cx="9743832" cy="10202966"/>
          </a:xfrm>
          <a:custGeom>
            <a:avLst/>
            <a:gdLst/>
            <a:ahLst/>
            <a:cxnLst/>
            <a:rect l="l" t="t" r="r" b="b"/>
            <a:pathLst>
              <a:path w="9743832" h="10202966">
                <a:moveTo>
                  <a:pt x="0" y="0"/>
                </a:moveTo>
                <a:lnTo>
                  <a:pt x="9743832" y="0"/>
                </a:lnTo>
                <a:lnTo>
                  <a:pt x="9743832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2472354" flipH="1">
            <a:off x="-1634853" y="-810919"/>
            <a:ext cx="9743832" cy="10202966"/>
          </a:xfrm>
          <a:custGeom>
            <a:avLst/>
            <a:gdLst/>
            <a:ahLst/>
            <a:cxnLst/>
            <a:rect l="l" t="t" r="r" b="b"/>
            <a:pathLst>
              <a:path w="9743832" h="10202966">
                <a:moveTo>
                  <a:pt x="9743833" y="0"/>
                </a:moveTo>
                <a:lnTo>
                  <a:pt x="0" y="0"/>
                </a:lnTo>
                <a:lnTo>
                  <a:pt x="0" y="10202965"/>
                </a:lnTo>
                <a:lnTo>
                  <a:pt x="9743833" y="10202965"/>
                </a:lnTo>
                <a:lnTo>
                  <a:pt x="974383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441338" flipH="1">
            <a:off x="2946392" y="2796446"/>
            <a:ext cx="12395216" cy="7780208"/>
          </a:xfrm>
          <a:custGeom>
            <a:avLst/>
            <a:gdLst/>
            <a:ahLst/>
            <a:cxnLst/>
            <a:rect l="l" t="t" r="r" b="b"/>
            <a:pathLst>
              <a:path w="12395216" h="7780208">
                <a:moveTo>
                  <a:pt x="12395216" y="0"/>
                </a:moveTo>
                <a:lnTo>
                  <a:pt x="0" y="0"/>
                </a:lnTo>
                <a:lnTo>
                  <a:pt x="0" y="7780208"/>
                </a:lnTo>
                <a:lnTo>
                  <a:pt x="12395216" y="7780208"/>
                </a:lnTo>
                <a:lnTo>
                  <a:pt x="1239521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3732019" y="4207014"/>
            <a:ext cx="4113256" cy="6538413"/>
          </a:xfrm>
          <a:custGeom>
            <a:avLst/>
            <a:gdLst/>
            <a:ahLst/>
            <a:cxnLst/>
            <a:rect l="l" t="t" r="r" b="b"/>
            <a:pathLst>
              <a:path w="4113256" h="6538413">
                <a:moveTo>
                  <a:pt x="4113256" y="0"/>
                </a:moveTo>
                <a:lnTo>
                  <a:pt x="0" y="0"/>
                </a:lnTo>
                <a:lnTo>
                  <a:pt x="0" y="6538413"/>
                </a:lnTo>
                <a:lnTo>
                  <a:pt x="4113256" y="6538413"/>
                </a:lnTo>
                <a:lnTo>
                  <a:pt x="411325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20399" y="2005164"/>
            <a:ext cx="3357908" cy="8281836"/>
          </a:xfrm>
          <a:custGeom>
            <a:avLst/>
            <a:gdLst/>
            <a:ahLst/>
            <a:cxnLst/>
            <a:rect l="l" t="t" r="r" b="b"/>
            <a:pathLst>
              <a:path w="3357908" h="8281836">
                <a:moveTo>
                  <a:pt x="0" y="0"/>
                </a:moveTo>
                <a:lnTo>
                  <a:pt x="3357908" y="0"/>
                </a:lnTo>
                <a:lnTo>
                  <a:pt x="3357908" y="8281836"/>
                </a:lnTo>
                <a:lnTo>
                  <a:pt x="0" y="82818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14908788" y="2448585"/>
            <a:ext cx="2936487" cy="1841978"/>
          </a:xfrm>
          <a:custGeom>
            <a:avLst/>
            <a:gdLst/>
            <a:ahLst/>
            <a:cxnLst/>
            <a:rect l="l" t="t" r="r" b="b"/>
            <a:pathLst>
              <a:path w="2936487" h="1841978">
                <a:moveTo>
                  <a:pt x="2936487" y="0"/>
                </a:moveTo>
                <a:lnTo>
                  <a:pt x="0" y="0"/>
                </a:lnTo>
                <a:lnTo>
                  <a:pt x="0" y="1841979"/>
                </a:lnTo>
                <a:lnTo>
                  <a:pt x="2936487" y="1841979"/>
                </a:lnTo>
                <a:lnTo>
                  <a:pt x="2936487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5240238" y="3685533"/>
            <a:ext cx="7807524" cy="6002034"/>
          </a:xfrm>
          <a:custGeom>
            <a:avLst/>
            <a:gdLst/>
            <a:ahLst/>
            <a:cxnLst/>
            <a:rect l="l" t="t" r="r" b="b"/>
            <a:pathLst>
              <a:path w="7807524" h="6002034">
                <a:moveTo>
                  <a:pt x="0" y="0"/>
                </a:moveTo>
                <a:lnTo>
                  <a:pt x="7807524" y="0"/>
                </a:lnTo>
                <a:lnTo>
                  <a:pt x="7807524" y="6002034"/>
                </a:lnTo>
                <a:lnTo>
                  <a:pt x="0" y="600203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527667" y="895350"/>
            <a:ext cx="11232665" cy="2273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ER Diagram of the System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91004">
            <a:off x="10703618" y="144129"/>
            <a:ext cx="9743832" cy="10202966"/>
          </a:xfrm>
          <a:custGeom>
            <a:avLst/>
            <a:gdLst/>
            <a:ahLst/>
            <a:cxnLst/>
            <a:rect l="l" t="t" r="r" b="b"/>
            <a:pathLst>
              <a:path w="9743832" h="10202966">
                <a:moveTo>
                  <a:pt x="0" y="0"/>
                </a:moveTo>
                <a:lnTo>
                  <a:pt x="9743832" y="0"/>
                </a:lnTo>
                <a:lnTo>
                  <a:pt x="9743832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2472354" flipH="1">
            <a:off x="-1634853" y="-810919"/>
            <a:ext cx="9743832" cy="10202966"/>
          </a:xfrm>
          <a:custGeom>
            <a:avLst/>
            <a:gdLst/>
            <a:ahLst/>
            <a:cxnLst/>
            <a:rect l="l" t="t" r="r" b="b"/>
            <a:pathLst>
              <a:path w="9743832" h="10202966">
                <a:moveTo>
                  <a:pt x="9743833" y="0"/>
                </a:moveTo>
                <a:lnTo>
                  <a:pt x="0" y="0"/>
                </a:lnTo>
                <a:lnTo>
                  <a:pt x="0" y="10202965"/>
                </a:lnTo>
                <a:lnTo>
                  <a:pt x="9743833" y="10202965"/>
                </a:lnTo>
                <a:lnTo>
                  <a:pt x="974383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441338" flipH="1">
            <a:off x="2946392" y="2796446"/>
            <a:ext cx="12395216" cy="7780208"/>
          </a:xfrm>
          <a:custGeom>
            <a:avLst/>
            <a:gdLst/>
            <a:ahLst/>
            <a:cxnLst/>
            <a:rect l="l" t="t" r="r" b="b"/>
            <a:pathLst>
              <a:path w="12395216" h="7780208">
                <a:moveTo>
                  <a:pt x="12395216" y="0"/>
                </a:moveTo>
                <a:lnTo>
                  <a:pt x="0" y="0"/>
                </a:lnTo>
                <a:lnTo>
                  <a:pt x="0" y="7780208"/>
                </a:lnTo>
                <a:lnTo>
                  <a:pt x="12395216" y="7780208"/>
                </a:lnTo>
                <a:lnTo>
                  <a:pt x="1239521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3732019" y="4207014"/>
            <a:ext cx="4113256" cy="6538413"/>
          </a:xfrm>
          <a:custGeom>
            <a:avLst/>
            <a:gdLst/>
            <a:ahLst/>
            <a:cxnLst/>
            <a:rect l="l" t="t" r="r" b="b"/>
            <a:pathLst>
              <a:path w="4113256" h="6538413">
                <a:moveTo>
                  <a:pt x="4113256" y="0"/>
                </a:moveTo>
                <a:lnTo>
                  <a:pt x="0" y="0"/>
                </a:lnTo>
                <a:lnTo>
                  <a:pt x="0" y="6538413"/>
                </a:lnTo>
                <a:lnTo>
                  <a:pt x="4113256" y="6538413"/>
                </a:lnTo>
                <a:lnTo>
                  <a:pt x="411325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20399" y="2005164"/>
            <a:ext cx="3357908" cy="8281836"/>
          </a:xfrm>
          <a:custGeom>
            <a:avLst/>
            <a:gdLst/>
            <a:ahLst/>
            <a:cxnLst/>
            <a:rect l="l" t="t" r="r" b="b"/>
            <a:pathLst>
              <a:path w="3357908" h="8281836">
                <a:moveTo>
                  <a:pt x="0" y="0"/>
                </a:moveTo>
                <a:lnTo>
                  <a:pt x="3357908" y="0"/>
                </a:lnTo>
                <a:lnTo>
                  <a:pt x="3357908" y="8281836"/>
                </a:lnTo>
                <a:lnTo>
                  <a:pt x="0" y="82818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14908788" y="2448585"/>
            <a:ext cx="2936487" cy="1841978"/>
          </a:xfrm>
          <a:custGeom>
            <a:avLst/>
            <a:gdLst/>
            <a:ahLst/>
            <a:cxnLst/>
            <a:rect l="l" t="t" r="r" b="b"/>
            <a:pathLst>
              <a:path w="2936487" h="1841978">
                <a:moveTo>
                  <a:pt x="2936487" y="0"/>
                </a:moveTo>
                <a:lnTo>
                  <a:pt x="0" y="0"/>
                </a:lnTo>
                <a:lnTo>
                  <a:pt x="0" y="1841979"/>
                </a:lnTo>
                <a:lnTo>
                  <a:pt x="2936487" y="1841979"/>
                </a:lnTo>
                <a:lnTo>
                  <a:pt x="2936487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829235" y="3369574"/>
            <a:ext cx="8424029" cy="6475972"/>
          </a:xfrm>
          <a:custGeom>
            <a:avLst/>
            <a:gdLst/>
            <a:ahLst/>
            <a:cxnLst/>
            <a:rect l="l" t="t" r="r" b="b"/>
            <a:pathLst>
              <a:path w="8424029" h="6475972">
                <a:moveTo>
                  <a:pt x="0" y="0"/>
                </a:moveTo>
                <a:lnTo>
                  <a:pt x="8424029" y="0"/>
                </a:lnTo>
                <a:lnTo>
                  <a:pt x="8424029" y="6475972"/>
                </a:lnTo>
                <a:lnTo>
                  <a:pt x="0" y="647597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527667" y="895350"/>
            <a:ext cx="11232665" cy="2273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Data Flow Diagram of the System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91004">
            <a:off x="10703618" y="144129"/>
            <a:ext cx="9743832" cy="10202966"/>
          </a:xfrm>
          <a:custGeom>
            <a:avLst/>
            <a:gdLst/>
            <a:ahLst/>
            <a:cxnLst/>
            <a:rect l="l" t="t" r="r" b="b"/>
            <a:pathLst>
              <a:path w="9743832" h="10202966">
                <a:moveTo>
                  <a:pt x="0" y="0"/>
                </a:moveTo>
                <a:lnTo>
                  <a:pt x="9743832" y="0"/>
                </a:lnTo>
                <a:lnTo>
                  <a:pt x="9743832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2472354" flipH="1">
            <a:off x="-1634853" y="-810919"/>
            <a:ext cx="9743832" cy="10202966"/>
          </a:xfrm>
          <a:custGeom>
            <a:avLst/>
            <a:gdLst/>
            <a:ahLst/>
            <a:cxnLst/>
            <a:rect l="l" t="t" r="r" b="b"/>
            <a:pathLst>
              <a:path w="9743832" h="10202966">
                <a:moveTo>
                  <a:pt x="9743833" y="0"/>
                </a:moveTo>
                <a:lnTo>
                  <a:pt x="0" y="0"/>
                </a:lnTo>
                <a:lnTo>
                  <a:pt x="0" y="10202965"/>
                </a:lnTo>
                <a:lnTo>
                  <a:pt x="9743833" y="10202965"/>
                </a:lnTo>
                <a:lnTo>
                  <a:pt x="974383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441338" flipH="1">
            <a:off x="2946392" y="2796446"/>
            <a:ext cx="12395216" cy="7780208"/>
          </a:xfrm>
          <a:custGeom>
            <a:avLst/>
            <a:gdLst/>
            <a:ahLst/>
            <a:cxnLst/>
            <a:rect l="l" t="t" r="r" b="b"/>
            <a:pathLst>
              <a:path w="12395216" h="7780208">
                <a:moveTo>
                  <a:pt x="12395216" y="0"/>
                </a:moveTo>
                <a:lnTo>
                  <a:pt x="0" y="0"/>
                </a:lnTo>
                <a:lnTo>
                  <a:pt x="0" y="7780208"/>
                </a:lnTo>
                <a:lnTo>
                  <a:pt x="12395216" y="7780208"/>
                </a:lnTo>
                <a:lnTo>
                  <a:pt x="1239521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3732019" y="4207014"/>
            <a:ext cx="4113256" cy="6538413"/>
          </a:xfrm>
          <a:custGeom>
            <a:avLst/>
            <a:gdLst/>
            <a:ahLst/>
            <a:cxnLst/>
            <a:rect l="l" t="t" r="r" b="b"/>
            <a:pathLst>
              <a:path w="4113256" h="6538413">
                <a:moveTo>
                  <a:pt x="4113256" y="0"/>
                </a:moveTo>
                <a:lnTo>
                  <a:pt x="0" y="0"/>
                </a:lnTo>
                <a:lnTo>
                  <a:pt x="0" y="6538413"/>
                </a:lnTo>
                <a:lnTo>
                  <a:pt x="4113256" y="6538413"/>
                </a:lnTo>
                <a:lnTo>
                  <a:pt x="411325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20399" y="2005164"/>
            <a:ext cx="3357908" cy="8281836"/>
          </a:xfrm>
          <a:custGeom>
            <a:avLst/>
            <a:gdLst/>
            <a:ahLst/>
            <a:cxnLst/>
            <a:rect l="l" t="t" r="r" b="b"/>
            <a:pathLst>
              <a:path w="3357908" h="8281836">
                <a:moveTo>
                  <a:pt x="0" y="0"/>
                </a:moveTo>
                <a:lnTo>
                  <a:pt x="3357908" y="0"/>
                </a:lnTo>
                <a:lnTo>
                  <a:pt x="3357908" y="8281836"/>
                </a:lnTo>
                <a:lnTo>
                  <a:pt x="0" y="82818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14908788" y="2448585"/>
            <a:ext cx="2936487" cy="1841978"/>
          </a:xfrm>
          <a:custGeom>
            <a:avLst/>
            <a:gdLst/>
            <a:ahLst/>
            <a:cxnLst/>
            <a:rect l="l" t="t" r="r" b="b"/>
            <a:pathLst>
              <a:path w="2936487" h="1841978">
                <a:moveTo>
                  <a:pt x="2936487" y="0"/>
                </a:moveTo>
                <a:lnTo>
                  <a:pt x="0" y="0"/>
                </a:lnTo>
                <a:lnTo>
                  <a:pt x="0" y="1841979"/>
                </a:lnTo>
                <a:lnTo>
                  <a:pt x="2936487" y="1841979"/>
                </a:lnTo>
                <a:lnTo>
                  <a:pt x="2936487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5827024" y="3369574"/>
            <a:ext cx="6495455" cy="6495455"/>
          </a:xfrm>
          <a:custGeom>
            <a:avLst/>
            <a:gdLst/>
            <a:ahLst/>
            <a:cxnLst/>
            <a:rect l="l" t="t" r="r" b="b"/>
            <a:pathLst>
              <a:path w="6495455" h="6495455">
                <a:moveTo>
                  <a:pt x="0" y="0"/>
                </a:moveTo>
                <a:lnTo>
                  <a:pt x="6495455" y="0"/>
                </a:lnTo>
                <a:lnTo>
                  <a:pt x="6495455" y="6495455"/>
                </a:lnTo>
                <a:lnTo>
                  <a:pt x="0" y="649545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527667" y="895350"/>
            <a:ext cx="11232665" cy="2273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Use Case Diagram of the System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91004">
            <a:off x="10703618" y="144129"/>
            <a:ext cx="9743832" cy="10202966"/>
          </a:xfrm>
          <a:custGeom>
            <a:avLst/>
            <a:gdLst/>
            <a:ahLst/>
            <a:cxnLst/>
            <a:rect l="l" t="t" r="r" b="b"/>
            <a:pathLst>
              <a:path w="9743832" h="10202966">
                <a:moveTo>
                  <a:pt x="0" y="0"/>
                </a:moveTo>
                <a:lnTo>
                  <a:pt x="9743832" y="0"/>
                </a:lnTo>
                <a:lnTo>
                  <a:pt x="9743832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2472354" flipH="1">
            <a:off x="-1634853" y="-810919"/>
            <a:ext cx="9743832" cy="10202966"/>
          </a:xfrm>
          <a:custGeom>
            <a:avLst/>
            <a:gdLst/>
            <a:ahLst/>
            <a:cxnLst/>
            <a:rect l="l" t="t" r="r" b="b"/>
            <a:pathLst>
              <a:path w="9743832" h="10202966">
                <a:moveTo>
                  <a:pt x="9743833" y="0"/>
                </a:moveTo>
                <a:lnTo>
                  <a:pt x="0" y="0"/>
                </a:lnTo>
                <a:lnTo>
                  <a:pt x="0" y="10202965"/>
                </a:lnTo>
                <a:lnTo>
                  <a:pt x="9743833" y="10202965"/>
                </a:lnTo>
                <a:lnTo>
                  <a:pt x="974383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441338" flipH="1">
            <a:off x="2946392" y="2796446"/>
            <a:ext cx="12395216" cy="7780208"/>
          </a:xfrm>
          <a:custGeom>
            <a:avLst/>
            <a:gdLst/>
            <a:ahLst/>
            <a:cxnLst/>
            <a:rect l="l" t="t" r="r" b="b"/>
            <a:pathLst>
              <a:path w="12395216" h="7780208">
                <a:moveTo>
                  <a:pt x="12395216" y="0"/>
                </a:moveTo>
                <a:lnTo>
                  <a:pt x="0" y="0"/>
                </a:lnTo>
                <a:lnTo>
                  <a:pt x="0" y="7780208"/>
                </a:lnTo>
                <a:lnTo>
                  <a:pt x="12395216" y="7780208"/>
                </a:lnTo>
                <a:lnTo>
                  <a:pt x="1239521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3732019" y="4207014"/>
            <a:ext cx="4113256" cy="6538413"/>
          </a:xfrm>
          <a:custGeom>
            <a:avLst/>
            <a:gdLst/>
            <a:ahLst/>
            <a:cxnLst/>
            <a:rect l="l" t="t" r="r" b="b"/>
            <a:pathLst>
              <a:path w="4113256" h="6538413">
                <a:moveTo>
                  <a:pt x="4113256" y="0"/>
                </a:moveTo>
                <a:lnTo>
                  <a:pt x="0" y="0"/>
                </a:lnTo>
                <a:lnTo>
                  <a:pt x="0" y="6538413"/>
                </a:lnTo>
                <a:lnTo>
                  <a:pt x="4113256" y="6538413"/>
                </a:lnTo>
                <a:lnTo>
                  <a:pt x="411325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20399" y="2005164"/>
            <a:ext cx="3357908" cy="8281836"/>
          </a:xfrm>
          <a:custGeom>
            <a:avLst/>
            <a:gdLst/>
            <a:ahLst/>
            <a:cxnLst/>
            <a:rect l="l" t="t" r="r" b="b"/>
            <a:pathLst>
              <a:path w="3357908" h="8281836">
                <a:moveTo>
                  <a:pt x="0" y="0"/>
                </a:moveTo>
                <a:lnTo>
                  <a:pt x="3357908" y="0"/>
                </a:lnTo>
                <a:lnTo>
                  <a:pt x="3357908" y="8281836"/>
                </a:lnTo>
                <a:lnTo>
                  <a:pt x="0" y="82818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14908788" y="2448585"/>
            <a:ext cx="2936487" cy="1841978"/>
          </a:xfrm>
          <a:custGeom>
            <a:avLst/>
            <a:gdLst/>
            <a:ahLst/>
            <a:cxnLst/>
            <a:rect l="l" t="t" r="r" b="b"/>
            <a:pathLst>
              <a:path w="2936487" h="1841978">
                <a:moveTo>
                  <a:pt x="2936487" y="0"/>
                </a:moveTo>
                <a:lnTo>
                  <a:pt x="0" y="0"/>
                </a:lnTo>
                <a:lnTo>
                  <a:pt x="0" y="1841979"/>
                </a:lnTo>
                <a:lnTo>
                  <a:pt x="2936487" y="1841979"/>
                </a:lnTo>
                <a:lnTo>
                  <a:pt x="2936487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475261" y="3576003"/>
            <a:ext cx="9337478" cy="6221094"/>
          </a:xfrm>
          <a:custGeom>
            <a:avLst/>
            <a:gdLst/>
            <a:ahLst/>
            <a:cxnLst/>
            <a:rect l="l" t="t" r="r" b="b"/>
            <a:pathLst>
              <a:path w="9337478" h="6221094">
                <a:moveTo>
                  <a:pt x="0" y="0"/>
                </a:moveTo>
                <a:lnTo>
                  <a:pt x="9337478" y="0"/>
                </a:lnTo>
                <a:lnTo>
                  <a:pt x="9337478" y="6221094"/>
                </a:lnTo>
                <a:lnTo>
                  <a:pt x="0" y="622109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527667" y="895350"/>
            <a:ext cx="11232665" cy="2273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Use Case Diagram of the System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91004">
            <a:off x="10703618" y="144129"/>
            <a:ext cx="9743832" cy="10202966"/>
          </a:xfrm>
          <a:custGeom>
            <a:avLst/>
            <a:gdLst/>
            <a:ahLst/>
            <a:cxnLst/>
            <a:rect l="l" t="t" r="r" b="b"/>
            <a:pathLst>
              <a:path w="9743832" h="10202966">
                <a:moveTo>
                  <a:pt x="0" y="0"/>
                </a:moveTo>
                <a:lnTo>
                  <a:pt x="9743832" y="0"/>
                </a:lnTo>
                <a:lnTo>
                  <a:pt x="9743832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2472354" flipH="1">
            <a:off x="-1634853" y="-810919"/>
            <a:ext cx="9743832" cy="10202966"/>
          </a:xfrm>
          <a:custGeom>
            <a:avLst/>
            <a:gdLst/>
            <a:ahLst/>
            <a:cxnLst/>
            <a:rect l="l" t="t" r="r" b="b"/>
            <a:pathLst>
              <a:path w="9743832" h="10202966">
                <a:moveTo>
                  <a:pt x="9743833" y="0"/>
                </a:moveTo>
                <a:lnTo>
                  <a:pt x="0" y="0"/>
                </a:lnTo>
                <a:lnTo>
                  <a:pt x="0" y="10202965"/>
                </a:lnTo>
                <a:lnTo>
                  <a:pt x="9743833" y="10202965"/>
                </a:lnTo>
                <a:lnTo>
                  <a:pt x="974383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441338" flipH="1">
            <a:off x="2946392" y="2796446"/>
            <a:ext cx="12395216" cy="7780208"/>
          </a:xfrm>
          <a:custGeom>
            <a:avLst/>
            <a:gdLst/>
            <a:ahLst/>
            <a:cxnLst/>
            <a:rect l="l" t="t" r="r" b="b"/>
            <a:pathLst>
              <a:path w="12395216" h="7780208">
                <a:moveTo>
                  <a:pt x="12395216" y="0"/>
                </a:moveTo>
                <a:lnTo>
                  <a:pt x="0" y="0"/>
                </a:lnTo>
                <a:lnTo>
                  <a:pt x="0" y="7780208"/>
                </a:lnTo>
                <a:lnTo>
                  <a:pt x="12395216" y="7780208"/>
                </a:lnTo>
                <a:lnTo>
                  <a:pt x="1239521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3732019" y="4207014"/>
            <a:ext cx="4113256" cy="6538413"/>
          </a:xfrm>
          <a:custGeom>
            <a:avLst/>
            <a:gdLst/>
            <a:ahLst/>
            <a:cxnLst/>
            <a:rect l="l" t="t" r="r" b="b"/>
            <a:pathLst>
              <a:path w="4113256" h="6538413">
                <a:moveTo>
                  <a:pt x="4113256" y="0"/>
                </a:moveTo>
                <a:lnTo>
                  <a:pt x="0" y="0"/>
                </a:lnTo>
                <a:lnTo>
                  <a:pt x="0" y="6538413"/>
                </a:lnTo>
                <a:lnTo>
                  <a:pt x="4113256" y="6538413"/>
                </a:lnTo>
                <a:lnTo>
                  <a:pt x="411325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20399" y="2005164"/>
            <a:ext cx="3357908" cy="8281836"/>
          </a:xfrm>
          <a:custGeom>
            <a:avLst/>
            <a:gdLst/>
            <a:ahLst/>
            <a:cxnLst/>
            <a:rect l="l" t="t" r="r" b="b"/>
            <a:pathLst>
              <a:path w="3357908" h="8281836">
                <a:moveTo>
                  <a:pt x="0" y="0"/>
                </a:moveTo>
                <a:lnTo>
                  <a:pt x="3357908" y="0"/>
                </a:lnTo>
                <a:lnTo>
                  <a:pt x="3357908" y="8281836"/>
                </a:lnTo>
                <a:lnTo>
                  <a:pt x="0" y="82818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14908788" y="2448585"/>
            <a:ext cx="2936487" cy="1841978"/>
          </a:xfrm>
          <a:custGeom>
            <a:avLst/>
            <a:gdLst/>
            <a:ahLst/>
            <a:cxnLst/>
            <a:rect l="l" t="t" r="r" b="b"/>
            <a:pathLst>
              <a:path w="2936487" h="1841978">
                <a:moveTo>
                  <a:pt x="2936487" y="0"/>
                </a:moveTo>
                <a:lnTo>
                  <a:pt x="0" y="0"/>
                </a:lnTo>
                <a:lnTo>
                  <a:pt x="0" y="1841979"/>
                </a:lnTo>
                <a:lnTo>
                  <a:pt x="2936487" y="1841979"/>
                </a:lnTo>
                <a:lnTo>
                  <a:pt x="2936487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6435923" y="3369574"/>
            <a:ext cx="4433105" cy="6653817"/>
          </a:xfrm>
          <a:custGeom>
            <a:avLst/>
            <a:gdLst/>
            <a:ahLst/>
            <a:cxnLst/>
            <a:rect l="l" t="t" r="r" b="b"/>
            <a:pathLst>
              <a:path w="4433105" h="6653817">
                <a:moveTo>
                  <a:pt x="0" y="0"/>
                </a:moveTo>
                <a:lnTo>
                  <a:pt x="4433105" y="0"/>
                </a:lnTo>
                <a:lnTo>
                  <a:pt x="4433105" y="6653817"/>
                </a:lnTo>
                <a:lnTo>
                  <a:pt x="0" y="665381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527667" y="895350"/>
            <a:ext cx="11232665" cy="2273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Use Case Diagram of the System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755965">
            <a:off x="-2596635" y="-6569350"/>
            <a:ext cx="9743832" cy="10202966"/>
          </a:xfrm>
          <a:custGeom>
            <a:avLst/>
            <a:gdLst/>
            <a:ahLst/>
            <a:cxnLst/>
            <a:rect l="l" t="t" r="r" b="b"/>
            <a:pathLst>
              <a:path w="9743832" h="10202966">
                <a:moveTo>
                  <a:pt x="0" y="0"/>
                </a:moveTo>
                <a:lnTo>
                  <a:pt x="9743832" y="0"/>
                </a:lnTo>
                <a:lnTo>
                  <a:pt x="9743832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2386301">
            <a:off x="10358985" y="-3230434"/>
            <a:ext cx="9743832" cy="10202966"/>
          </a:xfrm>
          <a:custGeom>
            <a:avLst/>
            <a:gdLst/>
            <a:ahLst/>
            <a:cxnLst/>
            <a:rect l="l" t="t" r="r" b="b"/>
            <a:pathLst>
              <a:path w="9743832" h="10202966">
                <a:moveTo>
                  <a:pt x="0" y="0"/>
                </a:moveTo>
                <a:lnTo>
                  <a:pt x="9743833" y="0"/>
                </a:lnTo>
                <a:lnTo>
                  <a:pt x="9743833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441338" flipH="1">
            <a:off x="1608121" y="2015643"/>
            <a:ext cx="16065837" cy="10084176"/>
          </a:xfrm>
          <a:custGeom>
            <a:avLst/>
            <a:gdLst/>
            <a:ahLst/>
            <a:cxnLst/>
            <a:rect l="l" t="t" r="r" b="b"/>
            <a:pathLst>
              <a:path w="16065837" h="10084176">
                <a:moveTo>
                  <a:pt x="16065837" y="0"/>
                </a:moveTo>
                <a:lnTo>
                  <a:pt x="0" y="0"/>
                </a:lnTo>
                <a:lnTo>
                  <a:pt x="0" y="10084176"/>
                </a:lnTo>
                <a:lnTo>
                  <a:pt x="16065837" y="10084176"/>
                </a:lnTo>
                <a:lnTo>
                  <a:pt x="1606583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4547103" y="3415779"/>
            <a:ext cx="3740897" cy="10287468"/>
          </a:xfrm>
          <a:custGeom>
            <a:avLst/>
            <a:gdLst/>
            <a:ahLst/>
            <a:cxnLst/>
            <a:rect l="l" t="t" r="r" b="b"/>
            <a:pathLst>
              <a:path w="3740897" h="10287468">
                <a:moveTo>
                  <a:pt x="3740897" y="0"/>
                </a:moveTo>
                <a:lnTo>
                  <a:pt x="0" y="0"/>
                </a:lnTo>
                <a:lnTo>
                  <a:pt x="0" y="10287467"/>
                </a:lnTo>
                <a:lnTo>
                  <a:pt x="3740897" y="10287467"/>
                </a:lnTo>
                <a:lnTo>
                  <a:pt x="374089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82274" y="2956675"/>
            <a:ext cx="2273231" cy="7063711"/>
          </a:xfrm>
          <a:custGeom>
            <a:avLst/>
            <a:gdLst/>
            <a:ahLst/>
            <a:cxnLst/>
            <a:rect l="l" t="t" r="r" b="b"/>
            <a:pathLst>
              <a:path w="2273231" h="7063711">
                <a:moveTo>
                  <a:pt x="0" y="0"/>
                </a:moveTo>
                <a:lnTo>
                  <a:pt x="2273231" y="0"/>
                </a:lnTo>
                <a:lnTo>
                  <a:pt x="2273231" y="7063711"/>
                </a:lnTo>
                <a:lnTo>
                  <a:pt x="0" y="70637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855505" y="4587875"/>
            <a:ext cx="10432006" cy="569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This is the entry point of the application that manages user interaction and menu-driven operations.</a:t>
            </a:r>
          </a:p>
          <a:p>
            <a:pPr marL="539749" lvl="1" indent="-269875" algn="l">
              <a:lnSpc>
                <a:spcPts val="3499"/>
              </a:lnSpc>
              <a:buAutoNum type="arabicPeriod"/>
            </a:pPr>
            <a:r>
              <a:rPr lang="en-US" sz="24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Key Responsibilities:</a:t>
            </a:r>
          </a:p>
          <a:p>
            <a:pPr marL="1079499" lvl="2" indent="-359833" algn="l">
              <a:lnSpc>
                <a:spcPts val="3499"/>
              </a:lnSpc>
              <a:buFont typeface="Arial"/>
              <a:buChar char="⚬"/>
            </a:pPr>
            <a:r>
              <a:rPr lang="en-US" sz="24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Displays the main menu and handles user choices</a:t>
            </a:r>
          </a:p>
          <a:p>
            <a:pPr marL="1079499" lvl="2" indent="-359833" algn="l">
              <a:lnSpc>
                <a:spcPts val="3499"/>
              </a:lnSpc>
              <a:buFont typeface="Arial"/>
              <a:buChar char="⚬"/>
            </a:pPr>
            <a:r>
              <a:rPr lang="en-US" sz="24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Calls appropriate modules for operations like managing patients, appointments, billing, wellness checks, and emergencies</a:t>
            </a:r>
          </a:p>
          <a:p>
            <a:pPr marL="539749" lvl="1" indent="-269875" algn="l">
              <a:lnSpc>
                <a:spcPts val="3499"/>
              </a:lnSpc>
              <a:buAutoNum type="arabicPeriod"/>
            </a:pPr>
            <a:r>
              <a:rPr lang="en-US" sz="24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Core Methods:</a:t>
            </a:r>
          </a:p>
          <a:p>
            <a:pPr marL="1079499" lvl="2" indent="-359833" algn="l">
              <a:lnSpc>
                <a:spcPts val="3499"/>
              </a:lnSpc>
              <a:buFont typeface="Arial"/>
              <a:buChar char="⚬"/>
            </a:pPr>
            <a:r>
              <a:rPr lang="en-US" sz="24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main(String[] args) – Initiates the system and handles the flow of the program</a:t>
            </a:r>
          </a:p>
          <a:p>
            <a:pPr marL="1079499" lvl="2" indent="-359833" algn="l">
              <a:lnSpc>
                <a:spcPts val="3499"/>
              </a:lnSpc>
              <a:buFont typeface="Arial"/>
              <a:buChar char="⚬"/>
            </a:pPr>
            <a:r>
              <a:rPr lang="en-US" sz="24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Contains switch-case logic to route user input to corresponding modules</a:t>
            </a:r>
          </a:p>
          <a:p>
            <a:pPr algn="l">
              <a:lnSpc>
                <a:spcPts val="3499"/>
              </a:lnSpc>
            </a:pPr>
            <a:endParaRPr lang="en-US" sz="2499">
              <a:solidFill>
                <a:srgbClr val="3B365F"/>
              </a:solidFill>
              <a:latin typeface="Coco Gothic"/>
              <a:ea typeface="Coco Gothic"/>
              <a:cs typeface="Coco Gothic"/>
              <a:sym typeface="Coco Gothic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855505" y="3952875"/>
            <a:ext cx="10432006" cy="976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Patient_management_system (Main Class)</a:t>
            </a:r>
          </a:p>
          <a:p>
            <a:pPr algn="l">
              <a:lnSpc>
                <a:spcPts val="3919"/>
              </a:lnSpc>
            </a:pPr>
            <a:endParaRPr lang="en-US" sz="2799">
              <a:solidFill>
                <a:srgbClr val="3B365F"/>
              </a:solidFill>
              <a:latin typeface="TAN Headline"/>
              <a:ea typeface="TAN Headline"/>
              <a:cs typeface="TAN Headline"/>
              <a:sym typeface="TAN Headline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298201" y="567804"/>
            <a:ext cx="11691598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Features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512934" y="1905433"/>
            <a:ext cx="14073575" cy="175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The Hospital Management System is built using a modular, object-oriented approach in Java. The application is organized under a single package with multiple classes, each responsible for handling a specific hospital-related operation. Here is a detailed overview of its features, along with the structure and functionality of each class: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755965">
            <a:off x="-2596635" y="-6569350"/>
            <a:ext cx="9743832" cy="10202966"/>
          </a:xfrm>
          <a:custGeom>
            <a:avLst/>
            <a:gdLst/>
            <a:ahLst/>
            <a:cxnLst/>
            <a:rect l="l" t="t" r="r" b="b"/>
            <a:pathLst>
              <a:path w="9743832" h="10202966">
                <a:moveTo>
                  <a:pt x="0" y="0"/>
                </a:moveTo>
                <a:lnTo>
                  <a:pt x="9743832" y="0"/>
                </a:lnTo>
                <a:lnTo>
                  <a:pt x="9743832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2386301">
            <a:off x="10358985" y="-3230434"/>
            <a:ext cx="9743832" cy="10202966"/>
          </a:xfrm>
          <a:custGeom>
            <a:avLst/>
            <a:gdLst/>
            <a:ahLst/>
            <a:cxnLst/>
            <a:rect l="l" t="t" r="r" b="b"/>
            <a:pathLst>
              <a:path w="9743832" h="10202966">
                <a:moveTo>
                  <a:pt x="0" y="0"/>
                </a:moveTo>
                <a:lnTo>
                  <a:pt x="9743833" y="0"/>
                </a:lnTo>
                <a:lnTo>
                  <a:pt x="9743833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441338" flipH="1">
            <a:off x="1608121" y="2015643"/>
            <a:ext cx="16065837" cy="10084176"/>
          </a:xfrm>
          <a:custGeom>
            <a:avLst/>
            <a:gdLst/>
            <a:ahLst/>
            <a:cxnLst/>
            <a:rect l="l" t="t" r="r" b="b"/>
            <a:pathLst>
              <a:path w="16065837" h="10084176">
                <a:moveTo>
                  <a:pt x="16065837" y="0"/>
                </a:moveTo>
                <a:lnTo>
                  <a:pt x="0" y="0"/>
                </a:lnTo>
                <a:lnTo>
                  <a:pt x="0" y="10084176"/>
                </a:lnTo>
                <a:lnTo>
                  <a:pt x="16065837" y="10084176"/>
                </a:lnTo>
                <a:lnTo>
                  <a:pt x="1606583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4547103" y="3415779"/>
            <a:ext cx="3740897" cy="10287468"/>
          </a:xfrm>
          <a:custGeom>
            <a:avLst/>
            <a:gdLst/>
            <a:ahLst/>
            <a:cxnLst/>
            <a:rect l="l" t="t" r="r" b="b"/>
            <a:pathLst>
              <a:path w="3740897" h="10287468">
                <a:moveTo>
                  <a:pt x="3740897" y="0"/>
                </a:moveTo>
                <a:lnTo>
                  <a:pt x="0" y="0"/>
                </a:lnTo>
                <a:lnTo>
                  <a:pt x="0" y="10287467"/>
                </a:lnTo>
                <a:lnTo>
                  <a:pt x="3740897" y="10287467"/>
                </a:lnTo>
                <a:lnTo>
                  <a:pt x="374089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82274" y="2956675"/>
            <a:ext cx="2273231" cy="7063711"/>
          </a:xfrm>
          <a:custGeom>
            <a:avLst/>
            <a:gdLst/>
            <a:ahLst/>
            <a:cxnLst/>
            <a:rect l="l" t="t" r="r" b="b"/>
            <a:pathLst>
              <a:path w="2273231" h="7063711">
                <a:moveTo>
                  <a:pt x="0" y="0"/>
                </a:moveTo>
                <a:lnTo>
                  <a:pt x="2273231" y="0"/>
                </a:lnTo>
                <a:lnTo>
                  <a:pt x="2273231" y="7063711"/>
                </a:lnTo>
                <a:lnTo>
                  <a:pt x="0" y="70637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855505" y="5464175"/>
            <a:ext cx="11691598" cy="4926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72"/>
              </a:lnSpc>
            </a:pPr>
            <a:r>
              <a:rPr lang="en-US" sz="2552" b="1">
                <a:solidFill>
                  <a:srgbClr val="3B365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Class: Patient_management_system</a:t>
            </a:r>
          </a:p>
          <a:p>
            <a:pPr algn="l">
              <a:lnSpc>
                <a:spcPts val="3572"/>
              </a:lnSpc>
            </a:pPr>
            <a:r>
              <a:rPr lang="en-US" sz="2552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Functionality: Handles overall patient data management.</a:t>
            </a:r>
          </a:p>
          <a:p>
            <a:pPr algn="l">
              <a:lnSpc>
                <a:spcPts val="3572"/>
              </a:lnSpc>
            </a:pPr>
            <a:r>
              <a:rPr lang="en-US" sz="2552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Methods:</a:t>
            </a:r>
          </a:p>
          <a:p>
            <a:pPr marL="551002" lvl="1" indent="-275501" algn="l">
              <a:lnSpc>
                <a:spcPts val="3572"/>
              </a:lnSpc>
              <a:buFont typeface="Arial"/>
              <a:buChar char="•"/>
            </a:pPr>
            <a:r>
              <a:rPr lang="en-US" sz="2552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addPatient(), viewPatients(), searchPatient(), deletePatient(): CRUD operations.</a:t>
            </a:r>
          </a:p>
          <a:p>
            <a:pPr marL="551002" lvl="1" indent="-275501" algn="l">
              <a:lnSpc>
                <a:spcPts val="3572"/>
              </a:lnSpc>
              <a:buFont typeface="Arial"/>
              <a:buChar char="•"/>
            </a:pPr>
            <a:r>
              <a:rPr lang="en-US" sz="2552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loadPatientsFromFile(), savePatientsToFile(): Persistence features.</a:t>
            </a:r>
          </a:p>
          <a:p>
            <a:pPr marL="551002" lvl="1" indent="-275501" algn="l">
              <a:lnSpc>
                <a:spcPts val="3572"/>
              </a:lnSpc>
              <a:buFont typeface="Arial"/>
              <a:buChar char="•"/>
            </a:pPr>
            <a:r>
              <a:rPr lang="en-US" sz="2552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main(): Entry point for the patient management system.</a:t>
            </a:r>
          </a:p>
          <a:p>
            <a:pPr algn="l">
              <a:lnSpc>
                <a:spcPts val="3572"/>
              </a:lnSpc>
            </a:pPr>
            <a:endParaRPr lang="en-US" sz="2552">
              <a:solidFill>
                <a:srgbClr val="3B365F"/>
              </a:solidFill>
              <a:latin typeface="Coco Gothic"/>
              <a:ea typeface="Coco Gothic"/>
              <a:cs typeface="Coco Gothic"/>
              <a:sym typeface="Coco Gothic"/>
            </a:endParaRPr>
          </a:p>
          <a:p>
            <a:pPr algn="l">
              <a:lnSpc>
                <a:spcPts val="3572"/>
              </a:lnSpc>
            </a:pPr>
            <a:endParaRPr lang="en-US" sz="2552">
              <a:solidFill>
                <a:srgbClr val="3B365F"/>
              </a:solidFill>
              <a:latin typeface="Coco Gothic"/>
              <a:ea typeface="Coco Gothic"/>
              <a:cs typeface="Coco Gothic"/>
              <a:sym typeface="Coco Gothic"/>
            </a:endParaRPr>
          </a:p>
          <a:p>
            <a:pPr algn="l">
              <a:lnSpc>
                <a:spcPts val="3572"/>
              </a:lnSpc>
            </a:pPr>
            <a:endParaRPr lang="en-US" sz="2552">
              <a:solidFill>
                <a:srgbClr val="3B365F"/>
              </a:solidFill>
              <a:latin typeface="Coco Gothic"/>
              <a:ea typeface="Coco Gothic"/>
              <a:cs typeface="Coco Gothic"/>
              <a:sym typeface="Coco Gothic"/>
            </a:endParaRPr>
          </a:p>
          <a:p>
            <a:pPr algn="l">
              <a:lnSpc>
                <a:spcPts val="3572"/>
              </a:lnSpc>
            </a:pPr>
            <a:endParaRPr lang="en-US" sz="2552">
              <a:solidFill>
                <a:srgbClr val="3B365F"/>
              </a:solidFill>
              <a:latin typeface="Coco Gothic"/>
              <a:ea typeface="Coco Gothic"/>
              <a:cs typeface="Coco Gothic"/>
              <a:sym typeface="Coco Gothic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855505" y="4448810"/>
            <a:ext cx="10432006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patient package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298201" y="567804"/>
            <a:ext cx="11691598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Features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275281" y="2273357"/>
            <a:ext cx="14073575" cy="175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The Hospital Management System is built using a modular, object-oriented approach in Java. The application is organized under a single package with multiple classes, each responsible for handling a specific hospital-related operation. Here is a detailed overview of its features, along with the structure and functionality of each class: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755965">
            <a:off x="-2596635" y="-6569350"/>
            <a:ext cx="9743832" cy="10202966"/>
          </a:xfrm>
          <a:custGeom>
            <a:avLst/>
            <a:gdLst/>
            <a:ahLst/>
            <a:cxnLst/>
            <a:rect l="l" t="t" r="r" b="b"/>
            <a:pathLst>
              <a:path w="9743832" h="10202966">
                <a:moveTo>
                  <a:pt x="0" y="0"/>
                </a:moveTo>
                <a:lnTo>
                  <a:pt x="9743832" y="0"/>
                </a:lnTo>
                <a:lnTo>
                  <a:pt x="9743832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2386301">
            <a:off x="10358985" y="-3230434"/>
            <a:ext cx="9743832" cy="10202966"/>
          </a:xfrm>
          <a:custGeom>
            <a:avLst/>
            <a:gdLst/>
            <a:ahLst/>
            <a:cxnLst/>
            <a:rect l="l" t="t" r="r" b="b"/>
            <a:pathLst>
              <a:path w="9743832" h="10202966">
                <a:moveTo>
                  <a:pt x="0" y="0"/>
                </a:moveTo>
                <a:lnTo>
                  <a:pt x="9743833" y="0"/>
                </a:lnTo>
                <a:lnTo>
                  <a:pt x="9743833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441338" flipH="1">
            <a:off x="1608121" y="2015643"/>
            <a:ext cx="16065837" cy="10084176"/>
          </a:xfrm>
          <a:custGeom>
            <a:avLst/>
            <a:gdLst/>
            <a:ahLst/>
            <a:cxnLst/>
            <a:rect l="l" t="t" r="r" b="b"/>
            <a:pathLst>
              <a:path w="16065837" h="10084176">
                <a:moveTo>
                  <a:pt x="16065837" y="0"/>
                </a:moveTo>
                <a:lnTo>
                  <a:pt x="0" y="0"/>
                </a:lnTo>
                <a:lnTo>
                  <a:pt x="0" y="10084176"/>
                </a:lnTo>
                <a:lnTo>
                  <a:pt x="16065837" y="10084176"/>
                </a:lnTo>
                <a:lnTo>
                  <a:pt x="1606583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4547103" y="3415779"/>
            <a:ext cx="3740897" cy="10287468"/>
          </a:xfrm>
          <a:custGeom>
            <a:avLst/>
            <a:gdLst/>
            <a:ahLst/>
            <a:cxnLst/>
            <a:rect l="l" t="t" r="r" b="b"/>
            <a:pathLst>
              <a:path w="3740897" h="10287468">
                <a:moveTo>
                  <a:pt x="3740897" y="0"/>
                </a:moveTo>
                <a:lnTo>
                  <a:pt x="0" y="0"/>
                </a:lnTo>
                <a:lnTo>
                  <a:pt x="0" y="10287467"/>
                </a:lnTo>
                <a:lnTo>
                  <a:pt x="3740897" y="10287467"/>
                </a:lnTo>
                <a:lnTo>
                  <a:pt x="374089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82274" y="2956675"/>
            <a:ext cx="2273231" cy="7063711"/>
          </a:xfrm>
          <a:custGeom>
            <a:avLst/>
            <a:gdLst/>
            <a:ahLst/>
            <a:cxnLst/>
            <a:rect l="l" t="t" r="r" b="b"/>
            <a:pathLst>
              <a:path w="2273231" h="7063711">
                <a:moveTo>
                  <a:pt x="0" y="0"/>
                </a:moveTo>
                <a:lnTo>
                  <a:pt x="2273231" y="0"/>
                </a:lnTo>
                <a:lnTo>
                  <a:pt x="2273231" y="7063711"/>
                </a:lnTo>
                <a:lnTo>
                  <a:pt x="0" y="70637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855505" y="2799580"/>
            <a:ext cx="11452853" cy="3508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3B365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Class: Patient_info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Functionality: Manages patient details.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Methods: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Patient_info(): Constructor.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getid(), getname(), getage(), getdisease(), getaddress(), getcontact(): Getter methods.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display_patient_info(): Displays all patient information.</a:t>
            </a:r>
          </a:p>
          <a:p>
            <a:pPr algn="l">
              <a:lnSpc>
                <a:spcPts val="3499"/>
              </a:lnSpc>
            </a:pPr>
            <a:endParaRPr lang="en-US" sz="2499">
              <a:solidFill>
                <a:srgbClr val="3B365F"/>
              </a:solidFill>
              <a:latin typeface="Coco Gothic"/>
              <a:ea typeface="Coco Gothic"/>
              <a:cs typeface="Coco Gothic"/>
              <a:sym typeface="Coco Gothic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855505" y="2203950"/>
            <a:ext cx="1043200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patient package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298201" y="567804"/>
            <a:ext cx="11691598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Features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855505" y="6431380"/>
            <a:ext cx="1043200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appointment package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855505" y="7216775"/>
            <a:ext cx="11452853" cy="3070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3B365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Class: AppointmentScheduler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Functionality: Handles the scheduling of appointments between patients and doctors.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Methods: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scheduleAppointment(ArrayList&lt;Patient_info&gt; patients): Prompts for patient ID and schedules an appointment using available doctor info.</a:t>
            </a:r>
          </a:p>
          <a:p>
            <a:pPr algn="l">
              <a:lnSpc>
                <a:spcPts val="3499"/>
              </a:lnSpc>
            </a:pPr>
            <a:endParaRPr lang="en-US" sz="2499">
              <a:solidFill>
                <a:srgbClr val="3B365F"/>
              </a:solidFill>
              <a:latin typeface="Coco Gothic"/>
              <a:ea typeface="Coco Gothic"/>
              <a:cs typeface="Coco Gothic"/>
              <a:sym typeface="Coco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755965">
            <a:off x="-2596635" y="-6569350"/>
            <a:ext cx="9743832" cy="10202966"/>
          </a:xfrm>
          <a:custGeom>
            <a:avLst/>
            <a:gdLst/>
            <a:ahLst/>
            <a:cxnLst/>
            <a:rect l="l" t="t" r="r" b="b"/>
            <a:pathLst>
              <a:path w="9743832" h="10202966">
                <a:moveTo>
                  <a:pt x="0" y="0"/>
                </a:moveTo>
                <a:lnTo>
                  <a:pt x="9743832" y="0"/>
                </a:lnTo>
                <a:lnTo>
                  <a:pt x="9743832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2386301">
            <a:off x="10358985" y="-3230434"/>
            <a:ext cx="9743832" cy="10202966"/>
          </a:xfrm>
          <a:custGeom>
            <a:avLst/>
            <a:gdLst/>
            <a:ahLst/>
            <a:cxnLst/>
            <a:rect l="l" t="t" r="r" b="b"/>
            <a:pathLst>
              <a:path w="9743832" h="10202966">
                <a:moveTo>
                  <a:pt x="0" y="0"/>
                </a:moveTo>
                <a:lnTo>
                  <a:pt x="9743833" y="0"/>
                </a:lnTo>
                <a:lnTo>
                  <a:pt x="9743833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441338" flipH="1">
            <a:off x="1608121" y="2015643"/>
            <a:ext cx="16065837" cy="10084176"/>
          </a:xfrm>
          <a:custGeom>
            <a:avLst/>
            <a:gdLst/>
            <a:ahLst/>
            <a:cxnLst/>
            <a:rect l="l" t="t" r="r" b="b"/>
            <a:pathLst>
              <a:path w="16065837" h="10084176">
                <a:moveTo>
                  <a:pt x="16065837" y="0"/>
                </a:moveTo>
                <a:lnTo>
                  <a:pt x="0" y="0"/>
                </a:lnTo>
                <a:lnTo>
                  <a:pt x="0" y="10084176"/>
                </a:lnTo>
                <a:lnTo>
                  <a:pt x="16065837" y="10084176"/>
                </a:lnTo>
                <a:lnTo>
                  <a:pt x="1606583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4547103" y="3415779"/>
            <a:ext cx="3740897" cy="10287468"/>
          </a:xfrm>
          <a:custGeom>
            <a:avLst/>
            <a:gdLst/>
            <a:ahLst/>
            <a:cxnLst/>
            <a:rect l="l" t="t" r="r" b="b"/>
            <a:pathLst>
              <a:path w="3740897" h="10287468">
                <a:moveTo>
                  <a:pt x="3740897" y="0"/>
                </a:moveTo>
                <a:lnTo>
                  <a:pt x="0" y="0"/>
                </a:lnTo>
                <a:lnTo>
                  <a:pt x="0" y="10287467"/>
                </a:lnTo>
                <a:lnTo>
                  <a:pt x="3740897" y="10287467"/>
                </a:lnTo>
                <a:lnTo>
                  <a:pt x="374089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82274" y="2956675"/>
            <a:ext cx="2273231" cy="7063711"/>
          </a:xfrm>
          <a:custGeom>
            <a:avLst/>
            <a:gdLst/>
            <a:ahLst/>
            <a:cxnLst/>
            <a:rect l="l" t="t" r="r" b="b"/>
            <a:pathLst>
              <a:path w="2273231" h="7063711">
                <a:moveTo>
                  <a:pt x="0" y="0"/>
                </a:moveTo>
                <a:lnTo>
                  <a:pt x="2273231" y="0"/>
                </a:lnTo>
                <a:lnTo>
                  <a:pt x="2273231" y="7063711"/>
                </a:lnTo>
                <a:lnTo>
                  <a:pt x="0" y="70637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855505" y="2799580"/>
            <a:ext cx="11452853" cy="219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3B365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Class: Billing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Functionality: Manages patient billing operations.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Methods: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generateBill(): Likely generates a bill for services used by the patient.</a:t>
            </a:r>
          </a:p>
          <a:p>
            <a:pPr algn="l">
              <a:lnSpc>
                <a:spcPts val="3499"/>
              </a:lnSpc>
            </a:pPr>
            <a:endParaRPr lang="en-US" sz="2499">
              <a:solidFill>
                <a:srgbClr val="3B365F"/>
              </a:solidFill>
              <a:latin typeface="Coco Gothic"/>
              <a:ea typeface="Coco Gothic"/>
              <a:cs typeface="Coco Gothic"/>
              <a:sym typeface="Coco Gothic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855505" y="2203950"/>
            <a:ext cx="1043200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billing package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298201" y="567804"/>
            <a:ext cx="11691598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Features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855505" y="5336405"/>
            <a:ext cx="1043200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doctor package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855505" y="6151110"/>
            <a:ext cx="11452853" cy="3508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3B365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Class: Doctor_info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Functionality: Stores and manages individual doctor data.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Methods: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Doctor_info(): Constructor.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getDoctorId(), getName(), getSpecialization(), getContact(): Accessor methods.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displayDoctorInfo(): Prints doctor information.</a:t>
            </a:r>
          </a:p>
          <a:p>
            <a:pPr algn="l">
              <a:lnSpc>
                <a:spcPts val="3499"/>
              </a:lnSpc>
            </a:pPr>
            <a:endParaRPr lang="en-US" sz="2499">
              <a:solidFill>
                <a:srgbClr val="3B365F"/>
              </a:solidFill>
              <a:latin typeface="Coco Gothic"/>
              <a:ea typeface="Coco Gothic"/>
              <a:cs typeface="Coco Gothic"/>
              <a:sym typeface="Coco Gothi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755965">
            <a:off x="-2596635" y="-6569350"/>
            <a:ext cx="9743832" cy="10202966"/>
          </a:xfrm>
          <a:custGeom>
            <a:avLst/>
            <a:gdLst/>
            <a:ahLst/>
            <a:cxnLst/>
            <a:rect l="l" t="t" r="r" b="b"/>
            <a:pathLst>
              <a:path w="9743832" h="10202966">
                <a:moveTo>
                  <a:pt x="0" y="0"/>
                </a:moveTo>
                <a:lnTo>
                  <a:pt x="9743832" y="0"/>
                </a:lnTo>
                <a:lnTo>
                  <a:pt x="9743832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2386301">
            <a:off x="10358985" y="-3230434"/>
            <a:ext cx="9743832" cy="10202966"/>
          </a:xfrm>
          <a:custGeom>
            <a:avLst/>
            <a:gdLst/>
            <a:ahLst/>
            <a:cxnLst/>
            <a:rect l="l" t="t" r="r" b="b"/>
            <a:pathLst>
              <a:path w="9743832" h="10202966">
                <a:moveTo>
                  <a:pt x="0" y="0"/>
                </a:moveTo>
                <a:lnTo>
                  <a:pt x="9743833" y="0"/>
                </a:lnTo>
                <a:lnTo>
                  <a:pt x="9743833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441338" flipH="1">
            <a:off x="1608121" y="2015643"/>
            <a:ext cx="16065837" cy="10084176"/>
          </a:xfrm>
          <a:custGeom>
            <a:avLst/>
            <a:gdLst/>
            <a:ahLst/>
            <a:cxnLst/>
            <a:rect l="l" t="t" r="r" b="b"/>
            <a:pathLst>
              <a:path w="16065837" h="10084176">
                <a:moveTo>
                  <a:pt x="16065837" y="0"/>
                </a:moveTo>
                <a:lnTo>
                  <a:pt x="0" y="0"/>
                </a:lnTo>
                <a:lnTo>
                  <a:pt x="0" y="10084176"/>
                </a:lnTo>
                <a:lnTo>
                  <a:pt x="16065837" y="10084176"/>
                </a:lnTo>
                <a:lnTo>
                  <a:pt x="1606583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4547103" y="3415779"/>
            <a:ext cx="3740897" cy="10287468"/>
          </a:xfrm>
          <a:custGeom>
            <a:avLst/>
            <a:gdLst/>
            <a:ahLst/>
            <a:cxnLst/>
            <a:rect l="l" t="t" r="r" b="b"/>
            <a:pathLst>
              <a:path w="3740897" h="10287468">
                <a:moveTo>
                  <a:pt x="3740897" y="0"/>
                </a:moveTo>
                <a:lnTo>
                  <a:pt x="0" y="0"/>
                </a:lnTo>
                <a:lnTo>
                  <a:pt x="0" y="10287467"/>
                </a:lnTo>
                <a:lnTo>
                  <a:pt x="3740897" y="10287467"/>
                </a:lnTo>
                <a:lnTo>
                  <a:pt x="374089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82274" y="2956675"/>
            <a:ext cx="2273231" cy="7063711"/>
          </a:xfrm>
          <a:custGeom>
            <a:avLst/>
            <a:gdLst/>
            <a:ahLst/>
            <a:cxnLst/>
            <a:rect l="l" t="t" r="r" b="b"/>
            <a:pathLst>
              <a:path w="2273231" h="7063711">
                <a:moveTo>
                  <a:pt x="0" y="0"/>
                </a:moveTo>
                <a:lnTo>
                  <a:pt x="2273231" y="0"/>
                </a:lnTo>
                <a:lnTo>
                  <a:pt x="2273231" y="7063711"/>
                </a:lnTo>
                <a:lnTo>
                  <a:pt x="0" y="70637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855505" y="2799580"/>
            <a:ext cx="11452853" cy="4384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3B365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Class: Doctor_management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Functionality: CRUD operations for doctor records.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Methods: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loadDoctorsFromFile(), saveDoctorsToFile(): Load/save doctor data to files.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addDoctor(): Adds a new doctor.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viewDoctors(): Lists all doctors.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BufferedReader, BufferedWriter: Possibly used in IO operations (may be false positives in method detection).</a:t>
            </a:r>
          </a:p>
          <a:p>
            <a:pPr algn="l">
              <a:lnSpc>
                <a:spcPts val="3499"/>
              </a:lnSpc>
            </a:pPr>
            <a:endParaRPr lang="en-US" sz="2499">
              <a:solidFill>
                <a:srgbClr val="3B365F"/>
              </a:solidFill>
              <a:latin typeface="Coco Gothic"/>
              <a:ea typeface="Coco Gothic"/>
              <a:cs typeface="Coco Gothic"/>
              <a:sym typeface="Coco Gothic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855505" y="2203950"/>
            <a:ext cx="1043200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doctor package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298201" y="567804"/>
            <a:ext cx="11691598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Features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006774" y="7127105"/>
            <a:ext cx="1043200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emergency package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974877" y="7722735"/>
            <a:ext cx="11452853" cy="219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3B365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Class: EmergencyService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Functionality: Manages emergency response mechanisms in the hospital.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Methods: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triggerEmergency(): Simulates or triggers emergency protocols.</a:t>
            </a:r>
          </a:p>
          <a:p>
            <a:pPr algn="l">
              <a:lnSpc>
                <a:spcPts val="3499"/>
              </a:lnSpc>
            </a:pPr>
            <a:endParaRPr lang="en-US" sz="2499">
              <a:solidFill>
                <a:srgbClr val="3B365F"/>
              </a:solidFill>
              <a:latin typeface="Coco Gothic"/>
              <a:ea typeface="Coco Gothic"/>
              <a:cs typeface="Coco Gothic"/>
              <a:sym typeface="Coco Gothi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755965">
            <a:off x="-2596635" y="-6569350"/>
            <a:ext cx="9743832" cy="10202966"/>
          </a:xfrm>
          <a:custGeom>
            <a:avLst/>
            <a:gdLst/>
            <a:ahLst/>
            <a:cxnLst/>
            <a:rect l="l" t="t" r="r" b="b"/>
            <a:pathLst>
              <a:path w="9743832" h="10202966">
                <a:moveTo>
                  <a:pt x="0" y="0"/>
                </a:moveTo>
                <a:lnTo>
                  <a:pt x="9743832" y="0"/>
                </a:lnTo>
                <a:lnTo>
                  <a:pt x="9743832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2386301">
            <a:off x="10358985" y="-3230434"/>
            <a:ext cx="9743832" cy="10202966"/>
          </a:xfrm>
          <a:custGeom>
            <a:avLst/>
            <a:gdLst/>
            <a:ahLst/>
            <a:cxnLst/>
            <a:rect l="l" t="t" r="r" b="b"/>
            <a:pathLst>
              <a:path w="9743832" h="10202966">
                <a:moveTo>
                  <a:pt x="0" y="0"/>
                </a:moveTo>
                <a:lnTo>
                  <a:pt x="9743833" y="0"/>
                </a:lnTo>
                <a:lnTo>
                  <a:pt x="9743833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441338" flipH="1">
            <a:off x="1608121" y="2015643"/>
            <a:ext cx="16065837" cy="10084176"/>
          </a:xfrm>
          <a:custGeom>
            <a:avLst/>
            <a:gdLst/>
            <a:ahLst/>
            <a:cxnLst/>
            <a:rect l="l" t="t" r="r" b="b"/>
            <a:pathLst>
              <a:path w="16065837" h="10084176">
                <a:moveTo>
                  <a:pt x="16065837" y="0"/>
                </a:moveTo>
                <a:lnTo>
                  <a:pt x="0" y="0"/>
                </a:lnTo>
                <a:lnTo>
                  <a:pt x="0" y="10084176"/>
                </a:lnTo>
                <a:lnTo>
                  <a:pt x="16065837" y="10084176"/>
                </a:lnTo>
                <a:lnTo>
                  <a:pt x="1606583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4547103" y="3415779"/>
            <a:ext cx="3740897" cy="10287468"/>
          </a:xfrm>
          <a:custGeom>
            <a:avLst/>
            <a:gdLst/>
            <a:ahLst/>
            <a:cxnLst/>
            <a:rect l="l" t="t" r="r" b="b"/>
            <a:pathLst>
              <a:path w="3740897" h="10287468">
                <a:moveTo>
                  <a:pt x="3740897" y="0"/>
                </a:moveTo>
                <a:lnTo>
                  <a:pt x="0" y="0"/>
                </a:lnTo>
                <a:lnTo>
                  <a:pt x="0" y="10287467"/>
                </a:lnTo>
                <a:lnTo>
                  <a:pt x="3740897" y="10287467"/>
                </a:lnTo>
                <a:lnTo>
                  <a:pt x="374089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82274" y="2956675"/>
            <a:ext cx="2273231" cy="7063711"/>
          </a:xfrm>
          <a:custGeom>
            <a:avLst/>
            <a:gdLst/>
            <a:ahLst/>
            <a:cxnLst/>
            <a:rect l="l" t="t" r="r" b="b"/>
            <a:pathLst>
              <a:path w="2273231" h="7063711">
                <a:moveTo>
                  <a:pt x="0" y="0"/>
                </a:moveTo>
                <a:lnTo>
                  <a:pt x="2273231" y="0"/>
                </a:lnTo>
                <a:lnTo>
                  <a:pt x="2273231" y="7063711"/>
                </a:lnTo>
                <a:lnTo>
                  <a:pt x="0" y="70637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855505" y="2799580"/>
            <a:ext cx="11452853" cy="3508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3B365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Class: HospitalManagementGUI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Functionality: Main user interface for hospital management (likely GUI-based).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Methods: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HospitalManagementUI(): Constructor for initializing UI.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actionPerformed(...): Multiple methods handling user actions/events.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main(): Launches the application.</a:t>
            </a:r>
          </a:p>
          <a:p>
            <a:pPr algn="l">
              <a:lnSpc>
                <a:spcPts val="3499"/>
              </a:lnSpc>
            </a:pPr>
            <a:endParaRPr lang="en-US" sz="2499">
              <a:solidFill>
                <a:srgbClr val="3B365F"/>
              </a:solidFill>
              <a:latin typeface="Coco Gothic"/>
              <a:ea typeface="Coco Gothic"/>
              <a:cs typeface="Coco Gothic"/>
              <a:sym typeface="Coco Gothic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855505" y="2203950"/>
            <a:ext cx="1043200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GUI package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298201" y="567804"/>
            <a:ext cx="11691598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Features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974877" y="6431380"/>
            <a:ext cx="1043200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wellness package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874555" y="7179410"/>
            <a:ext cx="11452853" cy="3070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3B365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Class: WellnessBot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Functionality: A chatbot or automated check-in system for health monitoring.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Methods: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checkIn(): Starts a session for user health status.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startSession(): Begins interaction.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(Some misidentified logic elements like if())</a:t>
            </a:r>
          </a:p>
          <a:p>
            <a:pPr algn="l">
              <a:lnSpc>
                <a:spcPts val="3499"/>
              </a:lnSpc>
            </a:pPr>
            <a:endParaRPr lang="en-US" sz="2499">
              <a:solidFill>
                <a:srgbClr val="3B365F"/>
              </a:solidFill>
              <a:latin typeface="Coco Gothic"/>
              <a:ea typeface="Coco Gothic"/>
              <a:cs typeface="Coco Gothic"/>
              <a:sym typeface="Coco Gothi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755965">
            <a:off x="-2596635" y="-6569350"/>
            <a:ext cx="9743832" cy="10202966"/>
          </a:xfrm>
          <a:custGeom>
            <a:avLst/>
            <a:gdLst/>
            <a:ahLst/>
            <a:cxnLst/>
            <a:rect l="l" t="t" r="r" b="b"/>
            <a:pathLst>
              <a:path w="9743832" h="10202966">
                <a:moveTo>
                  <a:pt x="0" y="0"/>
                </a:moveTo>
                <a:lnTo>
                  <a:pt x="9743832" y="0"/>
                </a:lnTo>
                <a:lnTo>
                  <a:pt x="9743832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2386301">
            <a:off x="10358985" y="-3230434"/>
            <a:ext cx="9743832" cy="10202966"/>
          </a:xfrm>
          <a:custGeom>
            <a:avLst/>
            <a:gdLst/>
            <a:ahLst/>
            <a:cxnLst/>
            <a:rect l="l" t="t" r="r" b="b"/>
            <a:pathLst>
              <a:path w="9743832" h="10202966">
                <a:moveTo>
                  <a:pt x="0" y="0"/>
                </a:moveTo>
                <a:lnTo>
                  <a:pt x="9743833" y="0"/>
                </a:lnTo>
                <a:lnTo>
                  <a:pt x="9743833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441338" flipH="1">
            <a:off x="1608121" y="2015643"/>
            <a:ext cx="16065837" cy="10084176"/>
          </a:xfrm>
          <a:custGeom>
            <a:avLst/>
            <a:gdLst/>
            <a:ahLst/>
            <a:cxnLst/>
            <a:rect l="l" t="t" r="r" b="b"/>
            <a:pathLst>
              <a:path w="16065837" h="10084176">
                <a:moveTo>
                  <a:pt x="16065837" y="0"/>
                </a:moveTo>
                <a:lnTo>
                  <a:pt x="0" y="0"/>
                </a:lnTo>
                <a:lnTo>
                  <a:pt x="0" y="10084176"/>
                </a:lnTo>
                <a:lnTo>
                  <a:pt x="16065837" y="10084176"/>
                </a:lnTo>
                <a:lnTo>
                  <a:pt x="1606583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4547103" y="3415779"/>
            <a:ext cx="3740897" cy="10287468"/>
          </a:xfrm>
          <a:custGeom>
            <a:avLst/>
            <a:gdLst/>
            <a:ahLst/>
            <a:cxnLst/>
            <a:rect l="l" t="t" r="r" b="b"/>
            <a:pathLst>
              <a:path w="3740897" h="10287468">
                <a:moveTo>
                  <a:pt x="3740897" y="0"/>
                </a:moveTo>
                <a:lnTo>
                  <a:pt x="0" y="0"/>
                </a:lnTo>
                <a:lnTo>
                  <a:pt x="0" y="10287467"/>
                </a:lnTo>
                <a:lnTo>
                  <a:pt x="3740897" y="10287467"/>
                </a:lnTo>
                <a:lnTo>
                  <a:pt x="374089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82274" y="2956675"/>
            <a:ext cx="2273231" cy="7063711"/>
          </a:xfrm>
          <a:custGeom>
            <a:avLst/>
            <a:gdLst/>
            <a:ahLst/>
            <a:cxnLst/>
            <a:rect l="l" t="t" r="r" b="b"/>
            <a:pathLst>
              <a:path w="2273231" h="7063711">
                <a:moveTo>
                  <a:pt x="0" y="0"/>
                </a:moveTo>
                <a:lnTo>
                  <a:pt x="2273231" y="0"/>
                </a:lnTo>
                <a:lnTo>
                  <a:pt x="2273231" y="7063711"/>
                </a:lnTo>
                <a:lnTo>
                  <a:pt x="0" y="70637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855505" y="2837680"/>
            <a:ext cx="11452853" cy="3070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3B365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Class: WellnessReport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Functionality: Generates reports related to patient wellness.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Methods: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WellnessReport(): Constructor.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displayReport(): Displays the wellness status.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needsCounseling(): Determines if the patient needs further support.</a:t>
            </a:r>
          </a:p>
          <a:p>
            <a:pPr algn="l">
              <a:lnSpc>
                <a:spcPts val="3499"/>
              </a:lnSpc>
            </a:pPr>
            <a:endParaRPr lang="en-US" sz="2499">
              <a:solidFill>
                <a:srgbClr val="3B365F"/>
              </a:solidFill>
              <a:latin typeface="Coco Gothic"/>
              <a:ea typeface="Coco Gothic"/>
              <a:cs typeface="Coco Gothic"/>
              <a:sym typeface="Coco Gothic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855505" y="2203950"/>
            <a:ext cx="1043200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wellness package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298201" y="567804"/>
            <a:ext cx="11691598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Features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755965">
            <a:off x="-2596635" y="-6569350"/>
            <a:ext cx="9743832" cy="10202966"/>
          </a:xfrm>
          <a:custGeom>
            <a:avLst/>
            <a:gdLst/>
            <a:ahLst/>
            <a:cxnLst/>
            <a:rect l="l" t="t" r="r" b="b"/>
            <a:pathLst>
              <a:path w="9743832" h="10202966">
                <a:moveTo>
                  <a:pt x="0" y="0"/>
                </a:moveTo>
                <a:lnTo>
                  <a:pt x="9743832" y="0"/>
                </a:lnTo>
                <a:lnTo>
                  <a:pt x="9743832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2386301">
            <a:off x="10358985" y="-3230434"/>
            <a:ext cx="9743832" cy="10202966"/>
          </a:xfrm>
          <a:custGeom>
            <a:avLst/>
            <a:gdLst/>
            <a:ahLst/>
            <a:cxnLst/>
            <a:rect l="l" t="t" r="r" b="b"/>
            <a:pathLst>
              <a:path w="9743832" h="10202966">
                <a:moveTo>
                  <a:pt x="0" y="0"/>
                </a:moveTo>
                <a:lnTo>
                  <a:pt x="9743833" y="0"/>
                </a:lnTo>
                <a:lnTo>
                  <a:pt x="9743833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441338" flipH="1">
            <a:off x="1608121" y="2015643"/>
            <a:ext cx="16065837" cy="10084176"/>
          </a:xfrm>
          <a:custGeom>
            <a:avLst/>
            <a:gdLst/>
            <a:ahLst/>
            <a:cxnLst/>
            <a:rect l="l" t="t" r="r" b="b"/>
            <a:pathLst>
              <a:path w="16065837" h="10084176">
                <a:moveTo>
                  <a:pt x="16065837" y="0"/>
                </a:moveTo>
                <a:lnTo>
                  <a:pt x="0" y="0"/>
                </a:lnTo>
                <a:lnTo>
                  <a:pt x="0" y="10084176"/>
                </a:lnTo>
                <a:lnTo>
                  <a:pt x="16065837" y="10084176"/>
                </a:lnTo>
                <a:lnTo>
                  <a:pt x="1606583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4547103" y="3415779"/>
            <a:ext cx="3740897" cy="10287468"/>
          </a:xfrm>
          <a:custGeom>
            <a:avLst/>
            <a:gdLst/>
            <a:ahLst/>
            <a:cxnLst/>
            <a:rect l="l" t="t" r="r" b="b"/>
            <a:pathLst>
              <a:path w="3740897" h="10287468">
                <a:moveTo>
                  <a:pt x="3740897" y="0"/>
                </a:moveTo>
                <a:lnTo>
                  <a:pt x="0" y="0"/>
                </a:lnTo>
                <a:lnTo>
                  <a:pt x="0" y="10287467"/>
                </a:lnTo>
                <a:lnTo>
                  <a:pt x="3740897" y="10287467"/>
                </a:lnTo>
                <a:lnTo>
                  <a:pt x="374089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82274" y="2956675"/>
            <a:ext cx="2273231" cy="7063711"/>
          </a:xfrm>
          <a:custGeom>
            <a:avLst/>
            <a:gdLst/>
            <a:ahLst/>
            <a:cxnLst/>
            <a:rect l="l" t="t" r="r" b="b"/>
            <a:pathLst>
              <a:path w="2273231" h="7063711">
                <a:moveTo>
                  <a:pt x="0" y="0"/>
                </a:moveTo>
                <a:lnTo>
                  <a:pt x="2273231" y="0"/>
                </a:lnTo>
                <a:lnTo>
                  <a:pt x="2273231" y="7063711"/>
                </a:lnTo>
                <a:lnTo>
                  <a:pt x="0" y="70637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485301" y="2446882"/>
            <a:ext cx="10432006" cy="1005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While developing the Hospital Management System, several technical and design-related challenges were encountered: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298201" y="3819525"/>
            <a:ext cx="10199384" cy="5958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8" lvl="1" indent="-302259" algn="l">
              <a:lnSpc>
                <a:spcPts val="3919"/>
              </a:lnSpc>
              <a:buAutoNum type="arabicPeriod"/>
            </a:pPr>
            <a:r>
              <a:rPr lang="en-US" sz="27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The system currently does not use a database. This limits the application's ability to store long-term medical records and user history.</a:t>
            </a:r>
          </a:p>
          <a:p>
            <a:pPr marL="604518" lvl="1" indent="-302259" algn="l">
              <a:lnSpc>
                <a:spcPts val="3919"/>
              </a:lnSpc>
              <a:buAutoNum type="arabicPeriod"/>
            </a:pPr>
            <a:r>
              <a:rPr lang="en-US" sz="27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The emergency alert system is currently a simulated feature. Implementing real-time emergency alerts with accurate location tracking and third-party service integration (like ambulances or police) would require external APIs and infrastructure.</a:t>
            </a:r>
          </a:p>
          <a:p>
            <a:pPr marL="604518" lvl="1" indent="-302259" algn="l">
              <a:lnSpc>
                <a:spcPts val="3919"/>
              </a:lnSpc>
              <a:buAutoNum type="arabicPeriod"/>
            </a:pPr>
            <a:r>
              <a:rPr lang="en-US" sz="27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The mental wellness feature operates on simple Q&amp;A logic, which may not be sufficient for comprehensive wellness analysis. Designing meaningful responses while keeping the logic lightweight was a delicate balance.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298201" y="567804"/>
            <a:ext cx="11691598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Challenges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800788" y="3374344"/>
            <a:ext cx="6686423" cy="6912656"/>
          </a:xfrm>
          <a:custGeom>
            <a:avLst/>
            <a:gdLst/>
            <a:ahLst/>
            <a:cxnLst/>
            <a:rect l="l" t="t" r="r" b="b"/>
            <a:pathLst>
              <a:path w="6686423" h="6912656">
                <a:moveTo>
                  <a:pt x="0" y="0"/>
                </a:moveTo>
                <a:lnTo>
                  <a:pt x="6686424" y="0"/>
                </a:lnTo>
                <a:lnTo>
                  <a:pt x="6686424" y="6912656"/>
                </a:lnTo>
                <a:lnTo>
                  <a:pt x="0" y="69126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862138" y="4445318"/>
            <a:ext cx="262890" cy="292418"/>
            <a:chOff x="0" y="0"/>
            <a:chExt cx="350520" cy="389890"/>
          </a:xfrm>
        </p:grpSpPr>
        <p:sp>
          <p:nvSpPr>
            <p:cNvPr id="4" name="Freeform 4"/>
            <p:cNvSpPr/>
            <p:nvPr/>
          </p:nvSpPr>
          <p:spPr>
            <a:xfrm>
              <a:off x="46990" y="49530"/>
              <a:ext cx="254000" cy="290830"/>
            </a:xfrm>
            <a:custGeom>
              <a:avLst/>
              <a:gdLst/>
              <a:ahLst/>
              <a:cxnLst/>
              <a:rect l="l" t="t" r="r" b="b"/>
              <a:pathLst>
                <a:path w="254000" h="290830">
                  <a:moveTo>
                    <a:pt x="160020" y="269240"/>
                  </a:moveTo>
                  <a:cubicBezTo>
                    <a:pt x="0" y="46990"/>
                    <a:pt x="3810" y="38100"/>
                    <a:pt x="7620" y="29210"/>
                  </a:cubicBezTo>
                  <a:cubicBezTo>
                    <a:pt x="12700" y="20320"/>
                    <a:pt x="20320" y="10160"/>
                    <a:pt x="30480" y="6350"/>
                  </a:cubicBezTo>
                  <a:cubicBezTo>
                    <a:pt x="43180" y="1270"/>
                    <a:pt x="66040" y="1270"/>
                    <a:pt x="77470" y="7620"/>
                  </a:cubicBezTo>
                  <a:cubicBezTo>
                    <a:pt x="87630" y="11430"/>
                    <a:pt x="95250" y="21590"/>
                    <a:pt x="99060" y="30480"/>
                  </a:cubicBezTo>
                  <a:cubicBezTo>
                    <a:pt x="102870" y="40640"/>
                    <a:pt x="104140" y="53340"/>
                    <a:pt x="101600" y="62230"/>
                  </a:cubicBezTo>
                  <a:cubicBezTo>
                    <a:pt x="99060" y="72390"/>
                    <a:pt x="93980" y="83820"/>
                    <a:pt x="85090" y="90170"/>
                  </a:cubicBezTo>
                  <a:cubicBezTo>
                    <a:pt x="73660" y="97790"/>
                    <a:pt x="52070" y="102870"/>
                    <a:pt x="39370" y="99060"/>
                  </a:cubicBezTo>
                  <a:cubicBezTo>
                    <a:pt x="25400" y="95250"/>
                    <a:pt x="10160" y="77470"/>
                    <a:pt x="5080" y="66040"/>
                  </a:cubicBezTo>
                  <a:cubicBezTo>
                    <a:pt x="1270" y="55880"/>
                    <a:pt x="2540" y="43180"/>
                    <a:pt x="6350" y="34290"/>
                  </a:cubicBezTo>
                  <a:cubicBezTo>
                    <a:pt x="8890" y="24130"/>
                    <a:pt x="17780" y="13970"/>
                    <a:pt x="25400" y="8890"/>
                  </a:cubicBezTo>
                  <a:cubicBezTo>
                    <a:pt x="34290" y="3810"/>
                    <a:pt x="46990" y="0"/>
                    <a:pt x="57150" y="1270"/>
                  </a:cubicBezTo>
                  <a:cubicBezTo>
                    <a:pt x="67310" y="1270"/>
                    <a:pt x="74930" y="3810"/>
                    <a:pt x="86360" y="13970"/>
                  </a:cubicBezTo>
                  <a:cubicBezTo>
                    <a:pt x="120650" y="39370"/>
                    <a:pt x="222250" y="168910"/>
                    <a:pt x="242570" y="208280"/>
                  </a:cubicBezTo>
                  <a:cubicBezTo>
                    <a:pt x="250190" y="223520"/>
                    <a:pt x="254000" y="231140"/>
                    <a:pt x="251460" y="243840"/>
                  </a:cubicBezTo>
                  <a:cubicBezTo>
                    <a:pt x="250190" y="256540"/>
                    <a:pt x="237490" y="275590"/>
                    <a:pt x="226060" y="283210"/>
                  </a:cubicBezTo>
                  <a:cubicBezTo>
                    <a:pt x="215900" y="289560"/>
                    <a:pt x="201930" y="290830"/>
                    <a:pt x="190500" y="288290"/>
                  </a:cubicBezTo>
                  <a:cubicBezTo>
                    <a:pt x="179070" y="285750"/>
                    <a:pt x="160020" y="269240"/>
                    <a:pt x="160020" y="26924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5" name="Group 5"/>
          <p:cNvGrpSpPr/>
          <p:nvPr/>
        </p:nvGrpSpPr>
        <p:grpSpPr>
          <a:xfrm>
            <a:off x="1796415" y="4678680"/>
            <a:ext cx="237172" cy="154305"/>
            <a:chOff x="0" y="0"/>
            <a:chExt cx="316230" cy="205740"/>
          </a:xfrm>
        </p:grpSpPr>
        <p:sp>
          <p:nvSpPr>
            <p:cNvPr id="6" name="Freeform 6"/>
            <p:cNvSpPr/>
            <p:nvPr/>
          </p:nvSpPr>
          <p:spPr>
            <a:xfrm>
              <a:off x="49530" y="45720"/>
              <a:ext cx="220980" cy="109220"/>
            </a:xfrm>
            <a:custGeom>
              <a:avLst/>
              <a:gdLst/>
              <a:ahLst/>
              <a:cxnLst/>
              <a:rect l="l" t="t" r="r" b="b"/>
              <a:pathLst>
                <a:path w="220980" h="109220">
                  <a:moveTo>
                    <a:pt x="166370" y="107950"/>
                  </a:moveTo>
                  <a:cubicBezTo>
                    <a:pt x="6350" y="87630"/>
                    <a:pt x="0" y="68580"/>
                    <a:pt x="1270" y="53340"/>
                  </a:cubicBezTo>
                  <a:cubicBezTo>
                    <a:pt x="1270" y="39370"/>
                    <a:pt x="15240" y="20320"/>
                    <a:pt x="26670" y="11430"/>
                  </a:cubicBezTo>
                  <a:cubicBezTo>
                    <a:pt x="35560" y="5080"/>
                    <a:pt x="48260" y="3810"/>
                    <a:pt x="58420" y="5080"/>
                  </a:cubicBezTo>
                  <a:cubicBezTo>
                    <a:pt x="68580" y="6350"/>
                    <a:pt x="81280" y="10160"/>
                    <a:pt x="88900" y="19050"/>
                  </a:cubicBezTo>
                  <a:cubicBezTo>
                    <a:pt x="97790" y="29210"/>
                    <a:pt x="105410" y="52070"/>
                    <a:pt x="104140" y="64770"/>
                  </a:cubicBezTo>
                  <a:cubicBezTo>
                    <a:pt x="102870" y="76200"/>
                    <a:pt x="96520" y="87630"/>
                    <a:pt x="88900" y="93980"/>
                  </a:cubicBezTo>
                  <a:cubicBezTo>
                    <a:pt x="81280" y="101600"/>
                    <a:pt x="69850" y="107950"/>
                    <a:pt x="58420" y="107950"/>
                  </a:cubicBezTo>
                  <a:cubicBezTo>
                    <a:pt x="45720" y="109220"/>
                    <a:pt x="22860" y="101600"/>
                    <a:pt x="12700" y="90170"/>
                  </a:cubicBezTo>
                  <a:cubicBezTo>
                    <a:pt x="3810" y="80010"/>
                    <a:pt x="0" y="55880"/>
                    <a:pt x="2540" y="43180"/>
                  </a:cubicBezTo>
                  <a:cubicBezTo>
                    <a:pt x="5080" y="31750"/>
                    <a:pt x="12700" y="21590"/>
                    <a:pt x="21590" y="15240"/>
                  </a:cubicBezTo>
                  <a:cubicBezTo>
                    <a:pt x="30480" y="8890"/>
                    <a:pt x="39370" y="6350"/>
                    <a:pt x="53340" y="5080"/>
                  </a:cubicBezTo>
                  <a:cubicBezTo>
                    <a:pt x="78740" y="0"/>
                    <a:pt x="139700" y="0"/>
                    <a:pt x="166370" y="5080"/>
                  </a:cubicBezTo>
                  <a:cubicBezTo>
                    <a:pt x="181610" y="7620"/>
                    <a:pt x="193040" y="8890"/>
                    <a:pt x="200660" y="17780"/>
                  </a:cubicBezTo>
                  <a:cubicBezTo>
                    <a:pt x="210820" y="29210"/>
                    <a:pt x="220980" y="59690"/>
                    <a:pt x="214630" y="74930"/>
                  </a:cubicBezTo>
                  <a:cubicBezTo>
                    <a:pt x="209550" y="90170"/>
                    <a:pt x="166370" y="107950"/>
                    <a:pt x="166370" y="10795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2071688" y="4470082"/>
            <a:ext cx="185738" cy="234315"/>
            <a:chOff x="0" y="0"/>
            <a:chExt cx="247650" cy="312420"/>
          </a:xfrm>
        </p:grpSpPr>
        <p:sp>
          <p:nvSpPr>
            <p:cNvPr id="8" name="Freeform 8"/>
            <p:cNvSpPr/>
            <p:nvPr/>
          </p:nvSpPr>
          <p:spPr>
            <a:xfrm>
              <a:off x="46990" y="48260"/>
              <a:ext cx="151130" cy="214630"/>
            </a:xfrm>
            <a:custGeom>
              <a:avLst/>
              <a:gdLst/>
              <a:ahLst/>
              <a:cxnLst/>
              <a:rect l="l" t="t" r="r" b="b"/>
              <a:pathLst>
                <a:path w="151130" h="214630">
                  <a:moveTo>
                    <a:pt x="5080" y="140970"/>
                  </a:moveTo>
                  <a:cubicBezTo>
                    <a:pt x="83820" y="0"/>
                    <a:pt x="95250" y="1270"/>
                    <a:pt x="105410" y="2540"/>
                  </a:cubicBezTo>
                  <a:cubicBezTo>
                    <a:pt x="115570" y="3810"/>
                    <a:pt x="128270" y="8890"/>
                    <a:pt x="134620" y="16510"/>
                  </a:cubicBezTo>
                  <a:cubicBezTo>
                    <a:pt x="143510" y="26670"/>
                    <a:pt x="151130" y="49530"/>
                    <a:pt x="148590" y="63500"/>
                  </a:cubicBezTo>
                  <a:cubicBezTo>
                    <a:pt x="147320" y="73660"/>
                    <a:pt x="142240" y="85090"/>
                    <a:pt x="133350" y="91440"/>
                  </a:cubicBezTo>
                  <a:cubicBezTo>
                    <a:pt x="121920" y="100330"/>
                    <a:pt x="99060" y="106680"/>
                    <a:pt x="86360" y="102870"/>
                  </a:cubicBezTo>
                  <a:cubicBezTo>
                    <a:pt x="72390" y="100330"/>
                    <a:pt x="55880" y="83820"/>
                    <a:pt x="49530" y="71120"/>
                  </a:cubicBezTo>
                  <a:cubicBezTo>
                    <a:pt x="45720" y="60960"/>
                    <a:pt x="45720" y="48260"/>
                    <a:pt x="49530" y="38100"/>
                  </a:cubicBezTo>
                  <a:cubicBezTo>
                    <a:pt x="52070" y="27940"/>
                    <a:pt x="58420" y="16510"/>
                    <a:pt x="68580" y="11430"/>
                  </a:cubicBezTo>
                  <a:cubicBezTo>
                    <a:pt x="80010" y="3810"/>
                    <a:pt x="102870" y="1270"/>
                    <a:pt x="116840" y="5080"/>
                  </a:cubicBezTo>
                  <a:cubicBezTo>
                    <a:pt x="127000" y="7620"/>
                    <a:pt x="135890" y="16510"/>
                    <a:pt x="142240" y="25400"/>
                  </a:cubicBezTo>
                  <a:cubicBezTo>
                    <a:pt x="147320" y="34290"/>
                    <a:pt x="151130" y="43180"/>
                    <a:pt x="149860" y="57150"/>
                  </a:cubicBezTo>
                  <a:cubicBezTo>
                    <a:pt x="147320" y="85090"/>
                    <a:pt x="119380" y="156210"/>
                    <a:pt x="100330" y="181610"/>
                  </a:cubicBezTo>
                  <a:cubicBezTo>
                    <a:pt x="88900" y="196850"/>
                    <a:pt x="76200" y="208280"/>
                    <a:pt x="63500" y="212090"/>
                  </a:cubicBezTo>
                  <a:cubicBezTo>
                    <a:pt x="52070" y="214630"/>
                    <a:pt x="36830" y="212090"/>
                    <a:pt x="26670" y="205740"/>
                  </a:cubicBezTo>
                  <a:cubicBezTo>
                    <a:pt x="17780" y="200660"/>
                    <a:pt x="7620" y="187960"/>
                    <a:pt x="3810" y="177800"/>
                  </a:cubicBezTo>
                  <a:cubicBezTo>
                    <a:pt x="0" y="166370"/>
                    <a:pt x="5080" y="140970"/>
                    <a:pt x="5080" y="14097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4490085" y="4459605"/>
            <a:ext cx="311468" cy="234315"/>
            <a:chOff x="0" y="0"/>
            <a:chExt cx="415290" cy="312420"/>
          </a:xfrm>
        </p:grpSpPr>
        <p:sp>
          <p:nvSpPr>
            <p:cNvPr id="10" name="Freeform 10"/>
            <p:cNvSpPr/>
            <p:nvPr/>
          </p:nvSpPr>
          <p:spPr>
            <a:xfrm>
              <a:off x="46990" y="48260"/>
              <a:ext cx="317500" cy="214630"/>
            </a:xfrm>
            <a:custGeom>
              <a:avLst/>
              <a:gdLst/>
              <a:ahLst/>
              <a:cxnLst/>
              <a:rect l="l" t="t" r="r" b="b"/>
              <a:pathLst>
                <a:path w="317500" h="214630">
                  <a:moveTo>
                    <a:pt x="26670" y="119380"/>
                  </a:moveTo>
                  <a:cubicBezTo>
                    <a:pt x="278130" y="0"/>
                    <a:pt x="285750" y="3810"/>
                    <a:pt x="294640" y="10160"/>
                  </a:cubicBezTo>
                  <a:cubicBezTo>
                    <a:pt x="304800" y="17780"/>
                    <a:pt x="314960" y="36830"/>
                    <a:pt x="316230" y="49530"/>
                  </a:cubicBezTo>
                  <a:cubicBezTo>
                    <a:pt x="317500" y="59690"/>
                    <a:pt x="312420" y="71120"/>
                    <a:pt x="307340" y="78740"/>
                  </a:cubicBezTo>
                  <a:cubicBezTo>
                    <a:pt x="300990" y="87630"/>
                    <a:pt x="290830" y="93980"/>
                    <a:pt x="281940" y="96520"/>
                  </a:cubicBezTo>
                  <a:cubicBezTo>
                    <a:pt x="271780" y="100330"/>
                    <a:pt x="260350" y="99060"/>
                    <a:pt x="250190" y="96520"/>
                  </a:cubicBezTo>
                  <a:cubicBezTo>
                    <a:pt x="241300" y="92710"/>
                    <a:pt x="231140" y="85090"/>
                    <a:pt x="226060" y="76200"/>
                  </a:cubicBezTo>
                  <a:cubicBezTo>
                    <a:pt x="220980" y="64770"/>
                    <a:pt x="218440" y="43180"/>
                    <a:pt x="223520" y="30480"/>
                  </a:cubicBezTo>
                  <a:cubicBezTo>
                    <a:pt x="226060" y="21590"/>
                    <a:pt x="234950" y="12700"/>
                    <a:pt x="243840" y="7620"/>
                  </a:cubicBezTo>
                  <a:cubicBezTo>
                    <a:pt x="252730" y="3810"/>
                    <a:pt x="264160" y="0"/>
                    <a:pt x="274320" y="2540"/>
                  </a:cubicBezTo>
                  <a:cubicBezTo>
                    <a:pt x="287020" y="5080"/>
                    <a:pt x="304800" y="17780"/>
                    <a:pt x="311150" y="29210"/>
                  </a:cubicBezTo>
                  <a:cubicBezTo>
                    <a:pt x="316230" y="38100"/>
                    <a:pt x="317500" y="50800"/>
                    <a:pt x="314960" y="59690"/>
                  </a:cubicBezTo>
                  <a:cubicBezTo>
                    <a:pt x="313690" y="69850"/>
                    <a:pt x="309880" y="76200"/>
                    <a:pt x="299720" y="86360"/>
                  </a:cubicBezTo>
                  <a:cubicBezTo>
                    <a:pt x="269240" y="116840"/>
                    <a:pt x="116840" y="194310"/>
                    <a:pt x="73660" y="207010"/>
                  </a:cubicBezTo>
                  <a:cubicBezTo>
                    <a:pt x="57150" y="212090"/>
                    <a:pt x="49530" y="214630"/>
                    <a:pt x="38100" y="212090"/>
                  </a:cubicBezTo>
                  <a:cubicBezTo>
                    <a:pt x="27940" y="209550"/>
                    <a:pt x="15240" y="201930"/>
                    <a:pt x="8890" y="191770"/>
                  </a:cubicBezTo>
                  <a:cubicBezTo>
                    <a:pt x="2540" y="180340"/>
                    <a:pt x="0" y="157480"/>
                    <a:pt x="3810" y="146050"/>
                  </a:cubicBezTo>
                  <a:cubicBezTo>
                    <a:pt x="6350" y="134620"/>
                    <a:pt x="26670" y="119380"/>
                    <a:pt x="26670" y="11938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4404360" y="4325303"/>
            <a:ext cx="192405" cy="278130"/>
            <a:chOff x="0" y="0"/>
            <a:chExt cx="256540" cy="370840"/>
          </a:xfrm>
        </p:grpSpPr>
        <p:sp>
          <p:nvSpPr>
            <p:cNvPr id="12" name="Freeform 12"/>
            <p:cNvSpPr/>
            <p:nvPr/>
          </p:nvSpPr>
          <p:spPr>
            <a:xfrm>
              <a:off x="46990" y="49530"/>
              <a:ext cx="163830" cy="273050"/>
            </a:xfrm>
            <a:custGeom>
              <a:avLst/>
              <a:gdLst/>
              <a:ahLst/>
              <a:cxnLst/>
              <a:rect l="l" t="t" r="r" b="b"/>
              <a:pathLst>
                <a:path w="163830" h="273050">
                  <a:moveTo>
                    <a:pt x="3810" y="204470"/>
                  </a:moveTo>
                  <a:cubicBezTo>
                    <a:pt x="74930" y="11430"/>
                    <a:pt x="82550" y="6350"/>
                    <a:pt x="92710" y="3810"/>
                  </a:cubicBezTo>
                  <a:cubicBezTo>
                    <a:pt x="101600" y="0"/>
                    <a:pt x="114300" y="0"/>
                    <a:pt x="124460" y="3810"/>
                  </a:cubicBezTo>
                  <a:cubicBezTo>
                    <a:pt x="133350" y="6350"/>
                    <a:pt x="143510" y="13970"/>
                    <a:pt x="149860" y="22860"/>
                  </a:cubicBezTo>
                  <a:cubicBezTo>
                    <a:pt x="154940" y="31750"/>
                    <a:pt x="160020" y="43180"/>
                    <a:pt x="158750" y="53340"/>
                  </a:cubicBezTo>
                  <a:cubicBezTo>
                    <a:pt x="156210" y="66040"/>
                    <a:pt x="146050" y="86360"/>
                    <a:pt x="134620" y="93980"/>
                  </a:cubicBezTo>
                  <a:cubicBezTo>
                    <a:pt x="121920" y="101600"/>
                    <a:pt x="99060" y="101600"/>
                    <a:pt x="87630" y="96520"/>
                  </a:cubicBezTo>
                  <a:cubicBezTo>
                    <a:pt x="77470" y="92710"/>
                    <a:pt x="68580" y="83820"/>
                    <a:pt x="63500" y="74930"/>
                  </a:cubicBezTo>
                  <a:cubicBezTo>
                    <a:pt x="59690" y="66040"/>
                    <a:pt x="57150" y="53340"/>
                    <a:pt x="58420" y="43180"/>
                  </a:cubicBezTo>
                  <a:cubicBezTo>
                    <a:pt x="59690" y="33020"/>
                    <a:pt x="66040" y="21590"/>
                    <a:pt x="73660" y="15240"/>
                  </a:cubicBezTo>
                  <a:cubicBezTo>
                    <a:pt x="81280" y="7620"/>
                    <a:pt x="92710" y="2540"/>
                    <a:pt x="102870" y="1270"/>
                  </a:cubicBezTo>
                  <a:cubicBezTo>
                    <a:pt x="113030" y="0"/>
                    <a:pt x="125730" y="1270"/>
                    <a:pt x="134620" y="7620"/>
                  </a:cubicBezTo>
                  <a:cubicBezTo>
                    <a:pt x="144780" y="15240"/>
                    <a:pt x="156210" y="29210"/>
                    <a:pt x="158750" y="48260"/>
                  </a:cubicBezTo>
                  <a:cubicBezTo>
                    <a:pt x="163830" y="87630"/>
                    <a:pt x="118110" y="201930"/>
                    <a:pt x="100330" y="236220"/>
                  </a:cubicBezTo>
                  <a:cubicBezTo>
                    <a:pt x="92710" y="251460"/>
                    <a:pt x="87630" y="259080"/>
                    <a:pt x="77470" y="264160"/>
                  </a:cubicBezTo>
                  <a:cubicBezTo>
                    <a:pt x="67310" y="269240"/>
                    <a:pt x="53340" y="273050"/>
                    <a:pt x="41910" y="270510"/>
                  </a:cubicBezTo>
                  <a:cubicBezTo>
                    <a:pt x="29210" y="266700"/>
                    <a:pt x="11430" y="252730"/>
                    <a:pt x="5080" y="240030"/>
                  </a:cubicBezTo>
                  <a:cubicBezTo>
                    <a:pt x="0" y="229870"/>
                    <a:pt x="3810" y="204470"/>
                    <a:pt x="3810" y="20447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4523422" y="4657725"/>
            <a:ext cx="302895" cy="175260"/>
            <a:chOff x="0" y="0"/>
            <a:chExt cx="403860" cy="233680"/>
          </a:xfrm>
        </p:grpSpPr>
        <p:sp>
          <p:nvSpPr>
            <p:cNvPr id="14" name="Freeform 14"/>
            <p:cNvSpPr/>
            <p:nvPr/>
          </p:nvSpPr>
          <p:spPr>
            <a:xfrm>
              <a:off x="48260" y="49530"/>
              <a:ext cx="306070" cy="135890"/>
            </a:xfrm>
            <a:custGeom>
              <a:avLst/>
              <a:gdLst/>
              <a:ahLst/>
              <a:cxnLst/>
              <a:rect l="l" t="t" r="r" b="b"/>
              <a:pathLst>
                <a:path w="306070" h="135890">
                  <a:moveTo>
                    <a:pt x="66040" y="1270"/>
                  </a:moveTo>
                  <a:cubicBezTo>
                    <a:pt x="302260" y="57150"/>
                    <a:pt x="304800" y="76200"/>
                    <a:pt x="304800" y="88900"/>
                  </a:cubicBezTo>
                  <a:cubicBezTo>
                    <a:pt x="303530" y="100330"/>
                    <a:pt x="297180" y="110490"/>
                    <a:pt x="290830" y="118110"/>
                  </a:cubicBezTo>
                  <a:cubicBezTo>
                    <a:pt x="283210" y="125730"/>
                    <a:pt x="271780" y="130810"/>
                    <a:pt x="261620" y="133350"/>
                  </a:cubicBezTo>
                  <a:cubicBezTo>
                    <a:pt x="251460" y="134620"/>
                    <a:pt x="238760" y="133350"/>
                    <a:pt x="229870" y="127000"/>
                  </a:cubicBezTo>
                  <a:cubicBezTo>
                    <a:pt x="218440" y="120650"/>
                    <a:pt x="205740" y="100330"/>
                    <a:pt x="203200" y="87630"/>
                  </a:cubicBezTo>
                  <a:cubicBezTo>
                    <a:pt x="201930" y="77470"/>
                    <a:pt x="205740" y="64770"/>
                    <a:pt x="210820" y="55880"/>
                  </a:cubicBezTo>
                  <a:cubicBezTo>
                    <a:pt x="215900" y="48260"/>
                    <a:pt x="226060" y="39370"/>
                    <a:pt x="236220" y="35560"/>
                  </a:cubicBezTo>
                  <a:cubicBezTo>
                    <a:pt x="248920" y="31750"/>
                    <a:pt x="271780" y="34290"/>
                    <a:pt x="283210" y="41910"/>
                  </a:cubicBezTo>
                  <a:cubicBezTo>
                    <a:pt x="292100" y="46990"/>
                    <a:pt x="299720" y="57150"/>
                    <a:pt x="302260" y="67310"/>
                  </a:cubicBezTo>
                  <a:cubicBezTo>
                    <a:pt x="306070" y="77470"/>
                    <a:pt x="304800" y="90170"/>
                    <a:pt x="302260" y="99060"/>
                  </a:cubicBezTo>
                  <a:cubicBezTo>
                    <a:pt x="298450" y="109220"/>
                    <a:pt x="290830" y="119380"/>
                    <a:pt x="281940" y="125730"/>
                  </a:cubicBezTo>
                  <a:cubicBezTo>
                    <a:pt x="273050" y="130810"/>
                    <a:pt x="266700" y="132080"/>
                    <a:pt x="251460" y="133350"/>
                  </a:cubicBezTo>
                  <a:cubicBezTo>
                    <a:pt x="212090" y="135890"/>
                    <a:pt x="77470" y="115570"/>
                    <a:pt x="39370" y="100330"/>
                  </a:cubicBezTo>
                  <a:cubicBezTo>
                    <a:pt x="24130" y="93980"/>
                    <a:pt x="16510" y="87630"/>
                    <a:pt x="10160" y="78740"/>
                  </a:cubicBezTo>
                  <a:cubicBezTo>
                    <a:pt x="3810" y="69850"/>
                    <a:pt x="0" y="54610"/>
                    <a:pt x="2540" y="43180"/>
                  </a:cubicBezTo>
                  <a:cubicBezTo>
                    <a:pt x="5080" y="30480"/>
                    <a:pt x="19050" y="11430"/>
                    <a:pt x="30480" y="5080"/>
                  </a:cubicBezTo>
                  <a:cubicBezTo>
                    <a:pt x="40640" y="0"/>
                    <a:pt x="66040" y="1270"/>
                    <a:pt x="66040" y="127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12293854" y="3076101"/>
            <a:ext cx="262890" cy="292418"/>
            <a:chOff x="0" y="0"/>
            <a:chExt cx="350520" cy="389890"/>
          </a:xfrm>
        </p:grpSpPr>
        <p:sp>
          <p:nvSpPr>
            <p:cNvPr id="16" name="Freeform 16"/>
            <p:cNvSpPr/>
            <p:nvPr/>
          </p:nvSpPr>
          <p:spPr>
            <a:xfrm>
              <a:off x="46990" y="49530"/>
              <a:ext cx="254000" cy="290830"/>
            </a:xfrm>
            <a:custGeom>
              <a:avLst/>
              <a:gdLst/>
              <a:ahLst/>
              <a:cxnLst/>
              <a:rect l="l" t="t" r="r" b="b"/>
              <a:pathLst>
                <a:path w="254000" h="290830">
                  <a:moveTo>
                    <a:pt x="160020" y="269240"/>
                  </a:moveTo>
                  <a:cubicBezTo>
                    <a:pt x="0" y="46990"/>
                    <a:pt x="3810" y="38100"/>
                    <a:pt x="7620" y="29210"/>
                  </a:cubicBezTo>
                  <a:cubicBezTo>
                    <a:pt x="12700" y="20320"/>
                    <a:pt x="20320" y="10160"/>
                    <a:pt x="30480" y="6350"/>
                  </a:cubicBezTo>
                  <a:cubicBezTo>
                    <a:pt x="43180" y="1270"/>
                    <a:pt x="66040" y="1270"/>
                    <a:pt x="77470" y="7620"/>
                  </a:cubicBezTo>
                  <a:cubicBezTo>
                    <a:pt x="87630" y="11430"/>
                    <a:pt x="95250" y="21590"/>
                    <a:pt x="99060" y="30480"/>
                  </a:cubicBezTo>
                  <a:cubicBezTo>
                    <a:pt x="102870" y="40640"/>
                    <a:pt x="104140" y="53340"/>
                    <a:pt x="101600" y="62230"/>
                  </a:cubicBezTo>
                  <a:cubicBezTo>
                    <a:pt x="99060" y="72390"/>
                    <a:pt x="93980" y="83820"/>
                    <a:pt x="85090" y="90170"/>
                  </a:cubicBezTo>
                  <a:cubicBezTo>
                    <a:pt x="73660" y="97790"/>
                    <a:pt x="52070" y="102870"/>
                    <a:pt x="39370" y="99060"/>
                  </a:cubicBezTo>
                  <a:cubicBezTo>
                    <a:pt x="25400" y="95250"/>
                    <a:pt x="10160" y="77470"/>
                    <a:pt x="5080" y="66040"/>
                  </a:cubicBezTo>
                  <a:cubicBezTo>
                    <a:pt x="1270" y="55880"/>
                    <a:pt x="2540" y="43180"/>
                    <a:pt x="6350" y="34290"/>
                  </a:cubicBezTo>
                  <a:cubicBezTo>
                    <a:pt x="8890" y="24130"/>
                    <a:pt x="17780" y="13970"/>
                    <a:pt x="25400" y="8890"/>
                  </a:cubicBezTo>
                  <a:cubicBezTo>
                    <a:pt x="34290" y="3810"/>
                    <a:pt x="46990" y="0"/>
                    <a:pt x="57150" y="1270"/>
                  </a:cubicBezTo>
                  <a:cubicBezTo>
                    <a:pt x="67310" y="1270"/>
                    <a:pt x="74930" y="3810"/>
                    <a:pt x="86360" y="13970"/>
                  </a:cubicBezTo>
                  <a:cubicBezTo>
                    <a:pt x="120650" y="39370"/>
                    <a:pt x="222250" y="168910"/>
                    <a:pt x="242570" y="208280"/>
                  </a:cubicBezTo>
                  <a:cubicBezTo>
                    <a:pt x="250190" y="223520"/>
                    <a:pt x="254000" y="231140"/>
                    <a:pt x="251460" y="243840"/>
                  </a:cubicBezTo>
                  <a:cubicBezTo>
                    <a:pt x="250190" y="256540"/>
                    <a:pt x="237490" y="275590"/>
                    <a:pt x="226060" y="283210"/>
                  </a:cubicBezTo>
                  <a:cubicBezTo>
                    <a:pt x="215900" y="289560"/>
                    <a:pt x="201930" y="290830"/>
                    <a:pt x="190500" y="288290"/>
                  </a:cubicBezTo>
                  <a:cubicBezTo>
                    <a:pt x="179070" y="285750"/>
                    <a:pt x="160020" y="269240"/>
                    <a:pt x="160020" y="26924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12228132" y="3309463"/>
            <a:ext cx="237172" cy="154305"/>
            <a:chOff x="0" y="0"/>
            <a:chExt cx="316230" cy="205740"/>
          </a:xfrm>
        </p:grpSpPr>
        <p:sp>
          <p:nvSpPr>
            <p:cNvPr id="18" name="Freeform 18"/>
            <p:cNvSpPr/>
            <p:nvPr/>
          </p:nvSpPr>
          <p:spPr>
            <a:xfrm>
              <a:off x="49530" y="45720"/>
              <a:ext cx="220980" cy="109220"/>
            </a:xfrm>
            <a:custGeom>
              <a:avLst/>
              <a:gdLst/>
              <a:ahLst/>
              <a:cxnLst/>
              <a:rect l="l" t="t" r="r" b="b"/>
              <a:pathLst>
                <a:path w="220980" h="109220">
                  <a:moveTo>
                    <a:pt x="166370" y="107950"/>
                  </a:moveTo>
                  <a:cubicBezTo>
                    <a:pt x="6350" y="87630"/>
                    <a:pt x="0" y="68580"/>
                    <a:pt x="1270" y="53340"/>
                  </a:cubicBezTo>
                  <a:cubicBezTo>
                    <a:pt x="1270" y="39370"/>
                    <a:pt x="15240" y="20320"/>
                    <a:pt x="26670" y="11430"/>
                  </a:cubicBezTo>
                  <a:cubicBezTo>
                    <a:pt x="35560" y="5080"/>
                    <a:pt x="48260" y="3810"/>
                    <a:pt x="58420" y="5080"/>
                  </a:cubicBezTo>
                  <a:cubicBezTo>
                    <a:pt x="68580" y="6350"/>
                    <a:pt x="81280" y="10160"/>
                    <a:pt x="88900" y="19050"/>
                  </a:cubicBezTo>
                  <a:cubicBezTo>
                    <a:pt x="97790" y="29210"/>
                    <a:pt x="105410" y="52070"/>
                    <a:pt x="104140" y="64770"/>
                  </a:cubicBezTo>
                  <a:cubicBezTo>
                    <a:pt x="102870" y="76200"/>
                    <a:pt x="96520" y="87630"/>
                    <a:pt x="88900" y="93980"/>
                  </a:cubicBezTo>
                  <a:cubicBezTo>
                    <a:pt x="81280" y="101600"/>
                    <a:pt x="69850" y="107950"/>
                    <a:pt x="58420" y="107950"/>
                  </a:cubicBezTo>
                  <a:cubicBezTo>
                    <a:pt x="45720" y="109220"/>
                    <a:pt x="22860" y="101600"/>
                    <a:pt x="12700" y="90170"/>
                  </a:cubicBezTo>
                  <a:cubicBezTo>
                    <a:pt x="3810" y="80010"/>
                    <a:pt x="0" y="55880"/>
                    <a:pt x="2540" y="43180"/>
                  </a:cubicBezTo>
                  <a:cubicBezTo>
                    <a:pt x="5080" y="31750"/>
                    <a:pt x="12700" y="21590"/>
                    <a:pt x="21590" y="15240"/>
                  </a:cubicBezTo>
                  <a:cubicBezTo>
                    <a:pt x="30480" y="8890"/>
                    <a:pt x="39370" y="6350"/>
                    <a:pt x="53340" y="5080"/>
                  </a:cubicBezTo>
                  <a:cubicBezTo>
                    <a:pt x="78740" y="0"/>
                    <a:pt x="139700" y="0"/>
                    <a:pt x="166370" y="5080"/>
                  </a:cubicBezTo>
                  <a:cubicBezTo>
                    <a:pt x="181610" y="7620"/>
                    <a:pt x="193040" y="8890"/>
                    <a:pt x="200660" y="17780"/>
                  </a:cubicBezTo>
                  <a:cubicBezTo>
                    <a:pt x="210820" y="29210"/>
                    <a:pt x="220980" y="59690"/>
                    <a:pt x="214630" y="74930"/>
                  </a:cubicBezTo>
                  <a:cubicBezTo>
                    <a:pt x="209550" y="90170"/>
                    <a:pt x="166370" y="107950"/>
                    <a:pt x="166370" y="10795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12503404" y="3100866"/>
            <a:ext cx="185738" cy="234315"/>
            <a:chOff x="0" y="0"/>
            <a:chExt cx="247650" cy="312420"/>
          </a:xfrm>
        </p:grpSpPr>
        <p:sp>
          <p:nvSpPr>
            <p:cNvPr id="20" name="Freeform 20"/>
            <p:cNvSpPr/>
            <p:nvPr/>
          </p:nvSpPr>
          <p:spPr>
            <a:xfrm>
              <a:off x="46990" y="48260"/>
              <a:ext cx="151130" cy="214630"/>
            </a:xfrm>
            <a:custGeom>
              <a:avLst/>
              <a:gdLst/>
              <a:ahLst/>
              <a:cxnLst/>
              <a:rect l="l" t="t" r="r" b="b"/>
              <a:pathLst>
                <a:path w="151130" h="214630">
                  <a:moveTo>
                    <a:pt x="5080" y="140970"/>
                  </a:moveTo>
                  <a:cubicBezTo>
                    <a:pt x="83820" y="0"/>
                    <a:pt x="95250" y="1270"/>
                    <a:pt x="105410" y="2540"/>
                  </a:cubicBezTo>
                  <a:cubicBezTo>
                    <a:pt x="115570" y="3810"/>
                    <a:pt x="128270" y="8890"/>
                    <a:pt x="134620" y="16510"/>
                  </a:cubicBezTo>
                  <a:cubicBezTo>
                    <a:pt x="143510" y="26670"/>
                    <a:pt x="151130" y="49530"/>
                    <a:pt x="148590" y="63500"/>
                  </a:cubicBezTo>
                  <a:cubicBezTo>
                    <a:pt x="147320" y="73660"/>
                    <a:pt x="142240" y="85090"/>
                    <a:pt x="133350" y="91440"/>
                  </a:cubicBezTo>
                  <a:cubicBezTo>
                    <a:pt x="121920" y="100330"/>
                    <a:pt x="99060" y="106680"/>
                    <a:pt x="86360" y="102870"/>
                  </a:cubicBezTo>
                  <a:cubicBezTo>
                    <a:pt x="72390" y="100330"/>
                    <a:pt x="55880" y="83820"/>
                    <a:pt x="49530" y="71120"/>
                  </a:cubicBezTo>
                  <a:cubicBezTo>
                    <a:pt x="45720" y="60960"/>
                    <a:pt x="45720" y="48260"/>
                    <a:pt x="49530" y="38100"/>
                  </a:cubicBezTo>
                  <a:cubicBezTo>
                    <a:pt x="52070" y="27940"/>
                    <a:pt x="58420" y="16510"/>
                    <a:pt x="68580" y="11430"/>
                  </a:cubicBezTo>
                  <a:cubicBezTo>
                    <a:pt x="80010" y="3810"/>
                    <a:pt x="102870" y="1270"/>
                    <a:pt x="116840" y="5080"/>
                  </a:cubicBezTo>
                  <a:cubicBezTo>
                    <a:pt x="127000" y="7620"/>
                    <a:pt x="135890" y="16510"/>
                    <a:pt x="142240" y="25400"/>
                  </a:cubicBezTo>
                  <a:cubicBezTo>
                    <a:pt x="147320" y="34290"/>
                    <a:pt x="151130" y="43180"/>
                    <a:pt x="149860" y="57150"/>
                  </a:cubicBezTo>
                  <a:cubicBezTo>
                    <a:pt x="147320" y="85090"/>
                    <a:pt x="119380" y="156210"/>
                    <a:pt x="100330" y="181610"/>
                  </a:cubicBezTo>
                  <a:cubicBezTo>
                    <a:pt x="88900" y="196850"/>
                    <a:pt x="76200" y="208280"/>
                    <a:pt x="63500" y="212090"/>
                  </a:cubicBezTo>
                  <a:cubicBezTo>
                    <a:pt x="52070" y="214630"/>
                    <a:pt x="36830" y="212090"/>
                    <a:pt x="26670" y="205740"/>
                  </a:cubicBezTo>
                  <a:cubicBezTo>
                    <a:pt x="17780" y="200660"/>
                    <a:pt x="7620" y="187960"/>
                    <a:pt x="3810" y="177800"/>
                  </a:cubicBezTo>
                  <a:cubicBezTo>
                    <a:pt x="0" y="166370"/>
                    <a:pt x="5080" y="140970"/>
                    <a:pt x="5080" y="14097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15096263" y="3187543"/>
            <a:ext cx="311468" cy="234315"/>
            <a:chOff x="0" y="0"/>
            <a:chExt cx="415290" cy="312420"/>
          </a:xfrm>
        </p:grpSpPr>
        <p:sp>
          <p:nvSpPr>
            <p:cNvPr id="22" name="Freeform 22"/>
            <p:cNvSpPr/>
            <p:nvPr/>
          </p:nvSpPr>
          <p:spPr>
            <a:xfrm>
              <a:off x="46990" y="48260"/>
              <a:ext cx="317500" cy="214630"/>
            </a:xfrm>
            <a:custGeom>
              <a:avLst/>
              <a:gdLst/>
              <a:ahLst/>
              <a:cxnLst/>
              <a:rect l="l" t="t" r="r" b="b"/>
              <a:pathLst>
                <a:path w="317500" h="214630">
                  <a:moveTo>
                    <a:pt x="26670" y="119380"/>
                  </a:moveTo>
                  <a:cubicBezTo>
                    <a:pt x="278130" y="0"/>
                    <a:pt x="285750" y="3810"/>
                    <a:pt x="294640" y="10160"/>
                  </a:cubicBezTo>
                  <a:cubicBezTo>
                    <a:pt x="304800" y="17780"/>
                    <a:pt x="314960" y="36830"/>
                    <a:pt x="316230" y="49530"/>
                  </a:cubicBezTo>
                  <a:cubicBezTo>
                    <a:pt x="317500" y="59690"/>
                    <a:pt x="312420" y="71120"/>
                    <a:pt x="307340" y="78740"/>
                  </a:cubicBezTo>
                  <a:cubicBezTo>
                    <a:pt x="300990" y="87630"/>
                    <a:pt x="290830" y="93980"/>
                    <a:pt x="281940" y="96520"/>
                  </a:cubicBezTo>
                  <a:cubicBezTo>
                    <a:pt x="271780" y="100330"/>
                    <a:pt x="260350" y="99060"/>
                    <a:pt x="250190" y="96520"/>
                  </a:cubicBezTo>
                  <a:cubicBezTo>
                    <a:pt x="241300" y="92710"/>
                    <a:pt x="231140" y="85090"/>
                    <a:pt x="226060" y="76200"/>
                  </a:cubicBezTo>
                  <a:cubicBezTo>
                    <a:pt x="220980" y="64770"/>
                    <a:pt x="218440" y="43180"/>
                    <a:pt x="223520" y="30480"/>
                  </a:cubicBezTo>
                  <a:cubicBezTo>
                    <a:pt x="226060" y="21590"/>
                    <a:pt x="234950" y="12700"/>
                    <a:pt x="243840" y="7620"/>
                  </a:cubicBezTo>
                  <a:cubicBezTo>
                    <a:pt x="252730" y="3810"/>
                    <a:pt x="264160" y="0"/>
                    <a:pt x="274320" y="2540"/>
                  </a:cubicBezTo>
                  <a:cubicBezTo>
                    <a:pt x="287020" y="5080"/>
                    <a:pt x="304800" y="17780"/>
                    <a:pt x="311150" y="29210"/>
                  </a:cubicBezTo>
                  <a:cubicBezTo>
                    <a:pt x="316230" y="38100"/>
                    <a:pt x="317500" y="50800"/>
                    <a:pt x="314960" y="59690"/>
                  </a:cubicBezTo>
                  <a:cubicBezTo>
                    <a:pt x="313690" y="69850"/>
                    <a:pt x="309880" y="76200"/>
                    <a:pt x="299720" y="86360"/>
                  </a:cubicBezTo>
                  <a:cubicBezTo>
                    <a:pt x="269240" y="116840"/>
                    <a:pt x="116840" y="194310"/>
                    <a:pt x="73660" y="207010"/>
                  </a:cubicBezTo>
                  <a:cubicBezTo>
                    <a:pt x="57150" y="212090"/>
                    <a:pt x="49530" y="214630"/>
                    <a:pt x="38100" y="212090"/>
                  </a:cubicBezTo>
                  <a:cubicBezTo>
                    <a:pt x="27940" y="209550"/>
                    <a:pt x="15240" y="201930"/>
                    <a:pt x="8890" y="191770"/>
                  </a:cubicBezTo>
                  <a:cubicBezTo>
                    <a:pt x="2540" y="180340"/>
                    <a:pt x="0" y="157480"/>
                    <a:pt x="3810" y="146050"/>
                  </a:cubicBezTo>
                  <a:cubicBezTo>
                    <a:pt x="6350" y="134620"/>
                    <a:pt x="26670" y="119380"/>
                    <a:pt x="26670" y="11938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15010538" y="3053241"/>
            <a:ext cx="192405" cy="278130"/>
            <a:chOff x="0" y="0"/>
            <a:chExt cx="256540" cy="370840"/>
          </a:xfrm>
        </p:grpSpPr>
        <p:sp>
          <p:nvSpPr>
            <p:cNvPr id="24" name="Freeform 24"/>
            <p:cNvSpPr/>
            <p:nvPr/>
          </p:nvSpPr>
          <p:spPr>
            <a:xfrm>
              <a:off x="46990" y="49530"/>
              <a:ext cx="163830" cy="273050"/>
            </a:xfrm>
            <a:custGeom>
              <a:avLst/>
              <a:gdLst/>
              <a:ahLst/>
              <a:cxnLst/>
              <a:rect l="l" t="t" r="r" b="b"/>
              <a:pathLst>
                <a:path w="163830" h="273050">
                  <a:moveTo>
                    <a:pt x="3810" y="204470"/>
                  </a:moveTo>
                  <a:cubicBezTo>
                    <a:pt x="74930" y="11430"/>
                    <a:pt x="82550" y="6350"/>
                    <a:pt x="92710" y="3810"/>
                  </a:cubicBezTo>
                  <a:cubicBezTo>
                    <a:pt x="101600" y="0"/>
                    <a:pt x="114300" y="0"/>
                    <a:pt x="124460" y="3810"/>
                  </a:cubicBezTo>
                  <a:cubicBezTo>
                    <a:pt x="133350" y="6350"/>
                    <a:pt x="143510" y="13970"/>
                    <a:pt x="149860" y="22860"/>
                  </a:cubicBezTo>
                  <a:cubicBezTo>
                    <a:pt x="154940" y="31750"/>
                    <a:pt x="160020" y="43180"/>
                    <a:pt x="158750" y="53340"/>
                  </a:cubicBezTo>
                  <a:cubicBezTo>
                    <a:pt x="156210" y="66040"/>
                    <a:pt x="146050" y="86360"/>
                    <a:pt x="134620" y="93980"/>
                  </a:cubicBezTo>
                  <a:cubicBezTo>
                    <a:pt x="121920" y="101600"/>
                    <a:pt x="99060" y="101600"/>
                    <a:pt x="87630" y="96520"/>
                  </a:cubicBezTo>
                  <a:cubicBezTo>
                    <a:pt x="77470" y="92710"/>
                    <a:pt x="68580" y="83820"/>
                    <a:pt x="63500" y="74930"/>
                  </a:cubicBezTo>
                  <a:cubicBezTo>
                    <a:pt x="59690" y="66040"/>
                    <a:pt x="57150" y="53340"/>
                    <a:pt x="58420" y="43180"/>
                  </a:cubicBezTo>
                  <a:cubicBezTo>
                    <a:pt x="59690" y="33020"/>
                    <a:pt x="66040" y="21590"/>
                    <a:pt x="73660" y="15240"/>
                  </a:cubicBezTo>
                  <a:cubicBezTo>
                    <a:pt x="81280" y="7620"/>
                    <a:pt x="92710" y="2540"/>
                    <a:pt x="102870" y="1270"/>
                  </a:cubicBezTo>
                  <a:cubicBezTo>
                    <a:pt x="113030" y="0"/>
                    <a:pt x="125730" y="1270"/>
                    <a:pt x="134620" y="7620"/>
                  </a:cubicBezTo>
                  <a:cubicBezTo>
                    <a:pt x="144780" y="15240"/>
                    <a:pt x="156210" y="29210"/>
                    <a:pt x="158750" y="48260"/>
                  </a:cubicBezTo>
                  <a:cubicBezTo>
                    <a:pt x="163830" y="87630"/>
                    <a:pt x="118110" y="201930"/>
                    <a:pt x="100330" y="236220"/>
                  </a:cubicBezTo>
                  <a:cubicBezTo>
                    <a:pt x="92710" y="251460"/>
                    <a:pt x="87630" y="259080"/>
                    <a:pt x="77470" y="264160"/>
                  </a:cubicBezTo>
                  <a:cubicBezTo>
                    <a:pt x="67310" y="269240"/>
                    <a:pt x="53340" y="273050"/>
                    <a:pt x="41910" y="270510"/>
                  </a:cubicBezTo>
                  <a:cubicBezTo>
                    <a:pt x="29210" y="266700"/>
                    <a:pt x="11430" y="252730"/>
                    <a:pt x="5080" y="240030"/>
                  </a:cubicBezTo>
                  <a:cubicBezTo>
                    <a:pt x="0" y="229870"/>
                    <a:pt x="3810" y="204470"/>
                    <a:pt x="3810" y="20447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15129600" y="3385663"/>
            <a:ext cx="302895" cy="175260"/>
            <a:chOff x="0" y="0"/>
            <a:chExt cx="403860" cy="233680"/>
          </a:xfrm>
        </p:grpSpPr>
        <p:sp>
          <p:nvSpPr>
            <p:cNvPr id="26" name="Freeform 26"/>
            <p:cNvSpPr/>
            <p:nvPr/>
          </p:nvSpPr>
          <p:spPr>
            <a:xfrm>
              <a:off x="48260" y="49530"/>
              <a:ext cx="306070" cy="135890"/>
            </a:xfrm>
            <a:custGeom>
              <a:avLst/>
              <a:gdLst/>
              <a:ahLst/>
              <a:cxnLst/>
              <a:rect l="l" t="t" r="r" b="b"/>
              <a:pathLst>
                <a:path w="306070" h="135890">
                  <a:moveTo>
                    <a:pt x="66040" y="1270"/>
                  </a:moveTo>
                  <a:cubicBezTo>
                    <a:pt x="302260" y="57150"/>
                    <a:pt x="304800" y="76200"/>
                    <a:pt x="304800" y="88900"/>
                  </a:cubicBezTo>
                  <a:cubicBezTo>
                    <a:pt x="303530" y="100330"/>
                    <a:pt x="297180" y="110490"/>
                    <a:pt x="290830" y="118110"/>
                  </a:cubicBezTo>
                  <a:cubicBezTo>
                    <a:pt x="283210" y="125730"/>
                    <a:pt x="271780" y="130810"/>
                    <a:pt x="261620" y="133350"/>
                  </a:cubicBezTo>
                  <a:cubicBezTo>
                    <a:pt x="251460" y="134620"/>
                    <a:pt x="238760" y="133350"/>
                    <a:pt x="229870" y="127000"/>
                  </a:cubicBezTo>
                  <a:cubicBezTo>
                    <a:pt x="218440" y="120650"/>
                    <a:pt x="205740" y="100330"/>
                    <a:pt x="203200" y="87630"/>
                  </a:cubicBezTo>
                  <a:cubicBezTo>
                    <a:pt x="201930" y="77470"/>
                    <a:pt x="205740" y="64770"/>
                    <a:pt x="210820" y="55880"/>
                  </a:cubicBezTo>
                  <a:cubicBezTo>
                    <a:pt x="215900" y="48260"/>
                    <a:pt x="226060" y="39370"/>
                    <a:pt x="236220" y="35560"/>
                  </a:cubicBezTo>
                  <a:cubicBezTo>
                    <a:pt x="248920" y="31750"/>
                    <a:pt x="271780" y="34290"/>
                    <a:pt x="283210" y="41910"/>
                  </a:cubicBezTo>
                  <a:cubicBezTo>
                    <a:pt x="292100" y="46990"/>
                    <a:pt x="299720" y="57150"/>
                    <a:pt x="302260" y="67310"/>
                  </a:cubicBezTo>
                  <a:cubicBezTo>
                    <a:pt x="306070" y="77470"/>
                    <a:pt x="304800" y="90170"/>
                    <a:pt x="302260" y="99060"/>
                  </a:cubicBezTo>
                  <a:cubicBezTo>
                    <a:pt x="298450" y="109220"/>
                    <a:pt x="290830" y="119380"/>
                    <a:pt x="281940" y="125730"/>
                  </a:cubicBezTo>
                  <a:cubicBezTo>
                    <a:pt x="273050" y="130810"/>
                    <a:pt x="266700" y="132080"/>
                    <a:pt x="251460" y="133350"/>
                  </a:cubicBezTo>
                  <a:cubicBezTo>
                    <a:pt x="212090" y="135890"/>
                    <a:pt x="77470" y="115570"/>
                    <a:pt x="39370" y="100330"/>
                  </a:cubicBezTo>
                  <a:cubicBezTo>
                    <a:pt x="24130" y="93980"/>
                    <a:pt x="16510" y="87630"/>
                    <a:pt x="10160" y="78740"/>
                  </a:cubicBezTo>
                  <a:cubicBezTo>
                    <a:pt x="3810" y="69850"/>
                    <a:pt x="0" y="54610"/>
                    <a:pt x="2540" y="43180"/>
                  </a:cubicBezTo>
                  <a:cubicBezTo>
                    <a:pt x="5080" y="30480"/>
                    <a:pt x="19050" y="11430"/>
                    <a:pt x="30480" y="5080"/>
                  </a:cubicBezTo>
                  <a:cubicBezTo>
                    <a:pt x="40640" y="0"/>
                    <a:pt x="66040" y="1270"/>
                    <a:pt x="66040" y="127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13562348" y="5987367"/>
            <a:ext cx="262890" cy="292418"/>
            <a:chOff x="0" y="0"/>
            <a:chExt cx="350520" cy="389890"/>
          </a:xfrm>
        </p:grpSpPr>
        <p:sp>
          <p:nvSpPr>
            <p:cNvPr id="28" name="Freeform 28"/>
            <p:cNvSpPr/>
            <p:nvPr/>
          </p:nvSpPr>
          <p:spPr>
            <a:xfrm>
              <a:off x="46990" y="49530"/>
              <a:ext cx="254000" cy="290830"/>
            </a:xfrm>
            <a:custGeom>
              <a:avLst/>
              <a:gdLst/>
              <a:ahLst/>
              <a:cxnLst/>
              <a:rect l="l" t="t" r="r" b="b"/>
              <a:pathLst>
                <a:path w="254000" h="290830">
                  <a:moveTo>
                    <a:pt x="160020" y="269240"/>
                  </a:moveTo>
                  <a:cubicBezTo>
                    <a:pt x="0" y="46990"/>
                    <a:pt x="3810" y="38100"/>
                    <a:pt x="7620" y="29210"/>
                  </a:cubicBezTo>
                  <a:cubicBezTo>
                    <a:pt x="12700" y="20320"/>
                    <a:pt x="20320" y="10160"/>
                    <a:pt x="30480" y="6350"/>
                  </a:cubicBezTo>
                  <a:cubicBezTo>
                    <a:pt x="43180" y="1270"/>
                    <a:pt x="66040" y="1270"/>
                    <a:pt x="77470" y="7620"/>
                  </a:cubicBezTo>
                  <a:cubicBezTo>
                    <a:pt x="87630" y="11430"/>
                    <a:pt x="95250" y="21590"/>
                    <a:pt x="99060" y="30480"/>
                  </a:cubicBezTo>
                  <a:cubicBezTo>
                    <a:pt x="102870" y="40640"/>
                    <a:pt x="104140" y="53340"/>
                    <a:pt x="101600" y="62230"/>
                  </a:cubicBezTo>
                  <a:cubicBezTo>
                    <a:pt x="99060" y="72390"/>
                    <a:pt x="93980" y="83820"/>
                    <a:pt x="85090" y="90170"/>
                  </a:cubicBezTo>
                  <a:cubicBezTo>
                    <a:pt x="73660" y="97790"/>
                    <a:pt x="52070" y="102870"/>
                    <a:pt x="39370" y="99060"/>
                  </a:cubicBezTo>
                  <a:cubicBezTo>
                    <a:pt x="25400" y="95250"/>
                    <a:pt x="10160" y="77470"/>
                    <a:pt x="5080" y="66040"/>
                  </a:cubicBezTo>
                  <a:cubicBezTo>
                    <a:pt x="1270" y="55880"/>
                    <a:pt x="2540" y="43180"/>
                    <a:pt x="6350" y="34290"/>
                  </a:cubicBezTo>
                  <a:cubicBezTo>
                    <a:pt x="8890" y="24130"/>
                    <a:pt x="17780" y="13970"/>
                    <a:pt x="25400" y="8890"/>
                  </a:cubicBezTo>
                  <a:cubicBezTo>
                    <a:pt x="34290" y="3810"/>
                    <a:pt x="46990" y="0"/>
                    <a:pt x="57150" y="1270"/>
                  </a:cubicBezTo>
                  <a:cubicBezTo>
                    <a:pt x="67310" y="1270"/>
                    <a:pt x="74930" y="3810"/>
                    <a:pt x="86360" y="13970"/>
                  </a:cubicBezTo>
                  <a:cubicBezTo>
                    <a:pt x="120650" y="39370"/>
                    <a:pt x="222250" y="168910"/>
                    <a:pt x="242570" y="208280"/>
                  </a:cubicBezTo>
                  <a:cubicBezTo>
                    <a:pt x="250190" y="223520"/>
                    <a:pt x="254000" y="231140"/>
                    <a:pt x="251460" y="243840"/>
                  </a:cubicBezTo>
                  <a:cubicBezTo>
                    <a:pt x="250190" y="256540"/>
                    <a:pt x="237490" y="275590"/>
                    <a:pt x="226060" y="283210"/>
                  </a:cubicBezTo>
                  <a:cubicBezTo>
                    <a:pt x="215900" y="289560"/>
                    <a:pt x="201930" y="290830"/>
                    <a:pt x="190500" y="288290"/>
                  </a:cubicBezTo>
                  <a:cubicBezTo>
                    <a:pt x="179070" y="285750"/>
                    <a:pt x="160020" y="269240"/>
                    <a:pt x="160020" y="26924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13496625" y="6220729"/>
            <a:ext cx="237172" cy="154305"/>
            <a:chOff x="0" y="0"/>
            <a:chExt cx="316230" cy="205740"/>
          </a:xfrm>
        </p:grpSpPr>
        <p:sp>
          <p:nvSpPr>
            <p:cNvPr id="30" name="Freeform 30"/>
            <p:cNvSpPr/>
            <p:nvPr/>
          </p:nvSpPr>
          <p:spPr>
            <a:xfrm>
              <a:off x="49530" y="45720"/>
              <a:ext cx="220980" cy="109220"/>
            </a:xfrm>
            <a:custGeom>
              <a:avLst/>
              <a:gdLst/>
              <a:ahLst/>
              <a:cxnLst/>
              <a:rect l="l" t="t" r="r" b="b"/>
              <a:pathLst>
                <a:path w="220980" h="109220">
                  <a:moveTo>
                    <a:pt x="166370" y="107950"/>
                  </a:moveTo>
                  <a:cubicBezTo>
                    <a:pt x="6350" y="87630"/>
                    <a:pt x="0" y="68580"/>
                    <a:pt x="1270" y="53340"/>
                  </a:cubicBezTo>
                  <a:cubicBezTo>
                    <a:pt x="1270" y="39370"/>
                    <a:pt x="15240" y="20320"/>
                    <a:pt x="26670" y="11430"/>
                  </a:cubicBezTo>
                  <a:cubicBezTo>
                    <a:pt x="35560" y="5080"/>
                    <a:pt x="48260" y="3810"/>
                    <a:pt x="58420" y="5080"/>
                  </a:cubicBezTo>
                  <a:cubicBezTo>
                    <a:pt x="68580" y="6350"/>
                    <a:pt x="81280" y="10160"/>
                    <a:pt x="88900" y="19050"/>
                  </a:cubicBezTo>
                  <a:cubicBezTo>
                    <a:pt x="97790" y="29210"/>
                    <a:pt x="105410" y="52070"/>
                    <a:pt x="104140" y="64770"/>
                  </a:cubicBezTo>
                  <a:cubicBezTo>
                    <a:pt x="102870" y="76200"/>
                    <a:pt x="96520" y="87630"/>
                    <a:pt x="88900" y="93980"/>
                  </a:cubicBezTo>
                  <a:cubicBezTo>
                    <a:pt x="81280" y="101600"/>
                    <a:pt x="69850" y="107950"/>
                    <a:pt x="58420" y="107950"/>
                  </a:cubicBezTo>
                  <a:cubicBezTo>
                    <a:pt x="45720" y="109220"/>
                    <a:pt x="22860" y="101600"/>
                    <a:pt x="12700" y="90170"/>
                  </a:cubicBezTo>
                  <a:cubicBezTo>
                    <a:pt x="3810" y="80010"/>
                    <a:pt x="0" y="55880"/>
                    <a:pt x="2540" y="43180"/>
                  </a:cubicBezTo>
                  <a:cubicBezTo>
                    <a:pt x="5080" y="31750"/>
                    <a:pt x="12700" y="21590"/>
                    <a:pt x="21590" y="15240"/>
                  </a:cubicBezTo>
                  <a:cubicBezTo>
                    <a:pt x="30480" y="8890"/>
                    <a:pt x="39370" y="6350"/>
                    <a:pt x="53340" y="5080"/>
                  </a:cubicBezTo>
                  <a:cubicBezTo>
                    <a:pt x="78740" y="0"/>
                    <a:pt x="139700" y="0"/>
                    <a:pt x="166370" y="5080"/>
                  </a:cubicBezTo>
                  <a:cubicBezTo>
                    <a:pt x="181610" y="7620"/>
                    <a:pt x="193040" y="8890"/>
                    <a:pt x="200660" y="17780"/>
                  </a:cubicBezTo>
                  <a:cubicBezTo>
                    <a:pt x="210820" y="29210"/>
                    <a:pt x="220980" y="59690"/>
                    <a:pt x="214630" y="74930"/>
                  </a:cubicBezTo>
                  <a:cubicBezTo>
                    <a:pt x="209550" y="90170"/>
                    <a:pt x="166370" y="107950"/>
                    <a:pt x="166370" y="10795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13771898" y="6012132"/>
            <a:ext cx="185738" cy="234315"/>
            <a:chOff x="0" y="0"/>
            <a:chExt cx="247650" cy="312420"/>
          </a:xfrm>
        </p:grpSpPr>
        <p:sp>
          <p:nvSpPr>
            <p:cNvPr id="32" name="Freeform 32"/>
            <p:cNvSpPr/>
            <p:nvPr/>
          </p:nvSpPr>
          <p:spPr>
            <a:xfrm>
              <a:off x="46990" y="48260"/>
              <a:ext cx="151130" cy="214630"/>
            </a:xfrm>
            <a:custGeom>
              <a:avLst/>
              <a:gdLst/>
              <a:ahLst/>
              <a:cxnLst/>
              <a:rect l="l" t="t" r="r" b="b"/>
              <a:pathLst>
                <a:path w="151130" h="214630">
                  <a:moveTo>
                    <a:pt x="5080" y="140970"/>
                  </a:moveTo>
                  <a:cubicBezTo>
                    <a:pt x="83820" y="0"/>
                    <a:pt x="95250" y="1270"/>
                    <a:pt x="105410" y="2540"/>
                  </a:cubicBezTo>
                  <a:cubicBezTo>
                    <a:pt x="115570" y="3810"/>
                    <a:pt x="128270" y="8890"/>
                    <a:pt x="134620" y="16510"/>
                  </a:cubicBezTo>
                  <a:cubicBezTo>
                    <a:pt x="143510" y="26670"/>
                    <a:pt x="151130" y="49530"/>
                    <a:pt x="148590" y="63500"/>
                  </a:cubicBezTo>
                  <a:cubicBezTo>
                    <a:pt x="147320" y="73660"/>
                    <a:pt x="142240" y="85090"/>
                    <a:pt x="133350" y="91440"/>
                  </a:cubicBezTo>
                  <a:cubicBezTo>
                    <a:pt x="121920" y="100330"/>
                    <a:pt x="99060" y="106680"/>
                    <a:pt x="86360" y="102870"/>
                  </a:cubicBezTo>
                  <a:cubicBezTo>
                    <a:pt x="72390" y="100330"/>
                    <a:pt x="55880" y="83820"/>
                    <a:pt x="49530" y="71120"/>
                  </a:cubicBezTo>
                  <a:cubicBezTo>
                    <a:pt x="45720" y="60960"/>
                    <a:pt x="45720" y="48260"/>
                    <a:pt x="49530" y="38100"/>
                  </a:cubicBezTo>
                  <a:cubicBezTo>
                    <a:pt x="52070" y="27940"/>
                    <a:pt x="58420" y="16510"/>
                    <a:pt x="68580" y="11430"/>
                  </a:cubicBezTo>
                  <a:cubicBezTo>
                    <a:pt x="80010" y="3810"/>
                    <a:pt x="102870" y="1270"/>
                    <a:pt x="116840" y="5080"/>
                  </a:cubicBezTo>
                  <a:cubicBezTo>
                    <a:pt x="127000" y="7620"/>
                    <a:pt x="135890" y="16510"/>
                    <a:pt x="142240" y="25400"/>
                  </a:cubicBezTo>
                  <a:cubicBezTo>
                    <a:pt x="147320" y="34290"/>
                    <a:pt x="151130" y="43180"/>
                    <a:pt x="149860" y="57150"/>
                  </a:cubicBezTo>
                  <a:cubicBezTo>
                    <a:pt x="147320" y="85090"/>
                    <a:pt x="119380" y="156210"/>
                    <a:pt x="100330" y="181610"/>
                  </a:cubicBezTo>
                  <a:cubicBezTo>
                    <a:pt x="88900" y="196850"/>
                    <a:pt x="76200" y="208280"/>
                    <a:pt x="63500" y="212090"/>
                  </a:cubicBezTo>
                  <a:cubicBezTo>
                    <a:pt x="52070" y="214630"/>
                    <a:pt x="36830" y="212090"/>
                    <a:pt x="26670" y="205740"/>
                  </a:cubicBezTo>
                  <a:cubicBezTo>
                    <a:pt x="17780" y="200660"/>
                    <a:pt x="7620" y="187960"/>
                    <a:pt x="3810" y="177800"/>
                  </a:cubicBezTo>
                  <a:cubicBezTo>
                    <a:pt x="0" y="166370"/>
                    <a:pt x="5080" y="140970"/>
                    <a:pt x="5080" y="14097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16319099" y="6070765"/>
            <a:ext cx="311468" cy="234315"/>
            <a:chOff x="0" y="0"/>
            <a:chExt cx="415290" cy="312420"/>
          </a:xfrm>
        </p:grpSpPr>
        <p:sp>
          <p:nvSpPr>
            <p:cNvPr id="34" name="Freeform 34"/>
            <p:cNvSpPr/>
            <p:nvPr/>
          </p:nvSpPr>
          <p:spPr>
            <a:xfrm>
              <a:off x="46990" y="48260"/>
              <a:ext cx="317500" cy="214630"/>
            </a:xfrm>
            <a:custGeom>
              <a:avLst/>
              <a:gdLst/>
              <a:ahLst/>
              <a:cxnLst/>
              <a:rect l="l" t="t" r="r" b="b"/>
              <a:pathLst>
                <a:path w="317500" h="214630">
                  <a:moveTo>
                    <a:pt x="26670" y="119380"/>
                  </a:moveTo>
                  <a:cubicBezTo>
                    <a:pt x="278130" y="0"/>
                    <a:pt x="285750" y="3810"/>
                    <a:pt x="294640" y="10160"/>
                  </a:cubicBezTo>
                  <a:cubicBezTo>
                    <a:pt x="304800" y="17780"/>
                    <a:pt x="314960" y="36830"/>
                    <a:pt x="316230" y="49530"/>
                  </a:cubicBezTo>
                  <a:cubicBezTo>
                    <a:pt x="317500" y="59690"/>
                    <a:pt x="312420" y="71120"/>
                    <a:pt x="307340" y="78740"/>
                  </a:cubicBezTo>
                  <a:cubicBezTo>
                    <a:pt x="300990" y="87630"/>
                    <a:pt x="290830" y="93980"/>
                    <a:pt x="281940" y="96520"/>
                  </a:cubicBezTo>
                  <a:cubicBezTo>
                    <a:pt x="271780" y="100330"/>
                    <a:pt x="260350" y="99060"/>
                    <a:pt x="250190" y="96520"/>
                  </a:cubicBezTo>
                  <a:cubicBezTo>
                    <a:pt x="241300" y="92710"/>
                    <a:pt x="231140" y="85090"/>
                    <a:pt x="226060" y="76200"/>
                  </a:cubicBezTo>
                  <a:cubicBezTo>
                    <a:pt x="220980" y="64770"/>
                    <a:pt x="218440" y="43180"/>
                    <a:pt x="223520" y="30480"/>
                  </a:cubicBezTo>
                  <a:cubicBezTo>
                    <a:pt x="226060" y="21590"/>
                    <a:pt x="234950" y="12700"/>
                    <a:pt x="243840" y="7620"/>
                  </a:cubicBezTo>
                  <a:cubicBezTo>
                    <a:pt x="252730" y="3810"/>
                    <a:pt x="264160" y="0"/>
                    <a:pt x="274320" y="2540"/>
                  </a:cubicBezTo>
                  <a:cubicBezTo>
                    <a:pt x="287020" y="5080"/>
                    <a:pt x="304800" y="17780"/>
                    <a:pt x="311150" y="29210"/>
                  </a:cubicBezTo>
                  <a:cubicBezTo>
                    <a:pt x="316230" y="38100"/>
                    <a:pt x="317500" y="50800"/>
                    <a:pt x="314960" y="59690"/>
                  </a:cubicBezTo>
                  <a:cubicBezTo>
                    <a:pt x="313690" y="69850"/>
                    <a:pt x="309880" y="76200"/>
                    <a:pt x="299720" y="86360"/>
                  </a:cubicBezTo>
                  <a:cubicBezTo>
                    <a:pt x="269240" y="116840"/>
                    <a:pt x="116840" y="194310"/>
                    <a:pt x="73660" y="207010"/>
                  </a:cubicBezTo>
                  <a:cubicBezTo>
                    <a:pt x="57150" y="212090"/>
                    <a:pt x="49530" y="214630"/>
                    <a:pt x="38100" y="212090"/>
                  </a:cubicBezTo>
                  <a:cubicBezTo>
                    <a:pt x="27940" y="209550"/>
                    <a:pt x="15240" y="201930"/>
                    <a:pt x="8890" y="191770"/>
                  </a:cubicBezTo>
                  <a:cubicBezTo>
                    <a:pt x="2540" y="180340"/>
                    <a:pt x="0" y="157480"/>
                    <a:pt x="3810" y="146050"/>
                  </a:cubicBezTo>
                  <a:cubicBezTo>
                    <a:pt x="6350" y="134620"/>
                    <a:pt x="26670" y="119380"/>
                    <a:pt x="26670" y="11938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16233374" y="5936462"/>
            <a:ext cx="192405" cy="278130"/>
            <a:chOff x="0" y="0"/>
            <a:chExt cx="256540" cy="370840"/>
          </a:xfrm>
        </p:grpSpPr>
        <p:sp>
          <p:nvSpPr>
            <p:cNvPr id="36" name="Freeform 36"/>
            <p:cNvSpPr/>
            <p:nvPr/>
          </p:nvSpPr>
          <p:spPr>
            <a:xfrm>
              <a:off x="46990" y="49530"/>
              <a:ext cx="163830" cy="273050"/>
            </a:xfrm>
            <a:custGeom>
              <a:avLst/>
              <a:gdLst/>
              <a:ahLst/>
              <a:cxnLst/>
              <a:rect l="l" t="t" r="r" b="b"/>
              <a:pathLst>
                <a:path w="163830" h="273050">
                  <a:moveTo>
                    <a:pt x="3810" y="204470"/>
                  </a:moveTo>
                  <a:cubicBezTo>
                    <a:pt x="74930" y="11430"/>
                    <a:pt x="82550" y="6350"/>
                    <a:pt x="92710" y="3810"/>
                  </a:cubicBezTo>
                  <a:cubicBezTo>
                    <a:pt x="101600" y="0"/>
                    <a:pt x="114300" y="0"/>
                    <a:pt x="124460" y="3810"/>
                  </a:cubicBezTo>
                  <a:cubicBezTo>
                    <a:pt x="133350" y="6350"/>
                    <a:pt x="143510" y="13970"/>
                    <a:pt x="149860" y="22860"/>
                  </a:cubicBezTo>
                  <a:cubicBezTo>
                    <a:pt x="154940" y="31750"/>
                    <a:pt x="160020" y="43180"/>
                    <a:pt x="158750" y="53340"/>
                  </a:cubicBezTo>
                  <a:cubicBezTo>
                    <a:pt x="156210" y="66040"/>
                    <a:pt x="146050" y="86360"/>
                    <a:pt x="134620" y="93980"/>
                  </a:cubicBezTo>
                  <a:cubicBezTo>
                    <a:pt x="121920" y="101600"/>
                    <a:pt x="99060" y="101600"/>
                    <a:pt x="87630" y="96520"/>
                  </a:cubicBezTo>
                  <a:cubicBezTo>
                    <a:pt x="77470" y="92710"/>
                    <a:pt x="68580" y="83820"/>
                    <a:pt x="63500" y="74930"/>
                  </a:cubicBezTo>
                  <a:cubicBezTo>
                    <a:pt x="59690" y="66040"/>
                    <a:pt x="57150" y="53340"/>
                    <a:pt x="58420" y="43180"/>
                  </a:cubicBezTo>
                  <a:cubicBezTo>
                    <a:pt x="59690" y="33020"/>
                    <a:pt x="66040" y="21590"/>
                    <a:pt x="73660" y="15240"/>
                  </a:cubicBezTo>
                  <a:cubicBezTo>
                    <a:pt x="81280" y="7620"/>
                    <a:pt x="92710" y="2540"/>
                    <a:pt x="102870" y="1270"/>
                  </a:cubicBezTo>
                  <a:cubicBezTo>
                    <a:pt x="113030" y="0"/>
                    <a:pt x="125730" y="1270"/>
                    <a:pt x="134620" y="7620"/>
                  </a:cubicBezTo>
                  <a:cubicBezTo>
                    <a:pt x="144780" y="15240"/>
                    <a:pt x="156210" y="29210"/>
                    <a:pt x="158750" y="48260"/>
                  </a:cubicBezTo>
                  <a:cubicBezTo>
                    <a:pt x="163830" y="87630"/>
                    <a:pt x="118110" y="201930"/>
                    <a:pt x="100330" y="236220"/>
                  </a:cubicBezTo>
                  <a:cubicBezTo>
                    <a:pt x="92710" y="251460"/>
                    <a:pt x="87630" y="259080"/>
                    <a:pt x="77470" y="264160"/>
                  </a:cubicBezTo>
                  <a:cubicBezTo>
                    <a:pt x="67310" y="269240"/>
                    <a:pt x="53340" y="273050"/>
                    <a:pt x="41910" y="270510"/>
                  </a:cubicBezTo>
                  <a:cubicBezTo>
                    <a:pt x="29210" y="266700"/>
                    <a:pt x="11430" y="252730"/>
                    <a:pt x="5080" y="240030"/>
                  </a:cubicBezTo>
                  <a:cubicBezTo>
                    <a:pt x="0" y="229870"/>
                    <a:pt x="3810" y="204470"/>
                    <a:pt x="3810" y="20447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16352436" y="6268885"/>
            <a:ext cx="302895" cy="175260"/>
            <a:chOff x="0" y="0"/>
            <a:chExt cx="403860" cy="233680"/>
          </a:xfrm>
        </p:grpSpPr>
        <p:sp>
          <p:nvSpPr>
            <p:cNvPr id="38" name="Freeform 38"/>
            <p:cNvSpPr/>
            <p:nvPr/>
          </p:nvSpPr>
          <p:spPr>
            <a:xfrm>
              <a:off x="48260" y="49530"/>
              <a:ext cx="306070" cy="135890"/>
            </a:xfrm>
            <a:custGeom>
              <a:avLst/>
              <a:gdLst/>
              <a:ahLst/>
              <a:cxnLst/>
              <a:rect l="l" t="t" r="r" b="b"/>
              <a:pathLst>
                <a:path w="306070" h="135890">
                  <a:moveTo>
                    <a:pt x="66040" y="1270"/>
                  </a:moveTo>
                  <a:cubicBezTo>
                    <a:pt x="302260" y="57150"/>
                    <a:pt x="304800" y="76200"/>
                    <a:pt x="304800" y="88900"/>
                  </a:cubicBezTo>
                  <a:cubicBezTo>
                    <a:pt x="303530" y="100330"/>
                    <a:pt x="297180" y="110490"/>
                    <a:pt x="290830" y="118110"/>
                  </a:cubicBezTo>
                  <a:cubicBezTo>
                    <a:pt x="283210" y="125730"/>
                    <a:pt x="271780" y="130810"/>
                    <a:pt x="261620" y="133350"/>
                  </a:cubicBezTo>
                  <a:cubicBezTo>
                    <a:pt x="251460" y="134620"/>
                    <a:pt x="238760" y="133350"/>
                    <a:pt x="229870" y="127000"/>
                  </a:cubicBezTo>
                  <a:cubicBezTo>
                    <a:pt x="218440" y="120650"/>
                    <a:pt x="205740" y="100330"/>
                    <a:pt x="203200" y="87630"/>
                  </a:cubicBezTo>
                  <a:cubicBezTo>
                    <a:pt x="201930" y="77470"/>
                    <a:pt x="205740" y="64770"/>
                    <a:pt x="210820" y="55880"/>
                  </a:cubicBezTo>
                  <a:cubicBezTo>
                    <a:pt x="215900" y="48260"/>
                    <a:pt x="226060" y="39370"/>
                    <a:pt x="236220" y="35560"/>
                  </a:cubicBezTo>
                  <a:cubicBezTo>
                    <a:pt x="248920" y="31750"/>
                    <a:pt x="271780" y="34290"/>
                    <a:pt x="283210" y="41910"/>
                  </a:cubicBezTo>
                  <a:cubicBezTo>
                    <a:pt x="292100" y="46990"/>
                    <a:pt x="299720" y="57150"/>
                    <a:pt x="302260" y="67310"/>
                  </a:cubicBezTo>
                  <a:cubicBezTo>
                    <a:pt x="306070" y="77470"/>
                    <a:pt x="304800" y="90170"/>
                    <a:pt x="302260" y="99060"/>
                  </a:cubicBezTo>
                  <a:cubicBezTo>
                    <a:pt x="298450" y="109220"/>
                    <a:pt x="290830" y="119380"/>
                    <a:pt x="281940" y="125730"/>
                  </a:cubicBezTo>
                  <a:cubicBezTo>
                    <a:pt x="273050" y="130810"/>
                    <a:pt x="266700" y="132080"/>
                    <a:pt x="251460" y="133350"/>
                  </a:cubicBezTo>
                  <a:cubicBezTo>
                    <a:pt x="212090" y="135890"/>
                    <a:pt x="77470" y="115570"/>
                    <a:pt x="39370" y="100330"/>
                  </a:cubicBezTo>
                  <a:cubicBezTo>
                    <a:pt x="24130" y="93980"/>
                    <a:pt x="16510" y="87630"/>
                    <a:pt x="10160" y="78740"/>
                  </a:cubicBezTo>
                  <a:cubicBezTo>
                    <a:pt x="3810" y="69850"/>
                    <a:pt x="0" y="54610"/>
                    <a:pt x="2540" y="43180"/>
                  </a:cubicBezTo>
                  <a:cubicBezTo>
                    <a:pt x="5080" y="30480"/>
                    <a:pt x="19050" y="11430"/>
                    <a:pt x="30480" y="5080"/>
                  </a:cubicBezTo>
                  <a:cubicBezTo>
                    <a:pt x="40640" y="0"/>
                    <a:pt x="66040" y="1270"/>
                    <a:pt x="66040" y="127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sp>
        <p:nvSpPr>
          <p:cNvPr id="39" name="Freeform 39"/>
          <p:cNvSpPr/>
          <p:nvPr/>
        </p:nvSpPr>
        <p:spPr>
          <a:xfrm>
            <a:off x="-188047" y="-254540"/>
            <a:ext cx="3531385" cy="3815463"/>
          </a:xfrm>
          <a:custGeom>
            <a:avLst/>
            <a:gdLst/>
            <a:ahLst/>
            <a:cxnLst/>
            <a:rect l="l" t="t" r="r" b="b"/>
            <a:pathLst>
              <a:path w="3531385" h="3815463">
                <a:moveTo>
                  <a:pt x="0" y="0"/>
                </a:moveTo>
                <a:lnTo>
                  <a:pt x="3531385" y="0"/>
                </a:lnTo>
                <a:lnTo>
                  <a:pt x="3531385" y="3815463"/>
                </a:lnTo>
                <a:lnTo>
                  <a:pt x="0" y="38154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0" name="TextBox 40"/>
          <p:cNvSpPr txBox="1"/>
          <p:nvPr/>
        </p:nvSpPr>
        <p:spPr>
          <a:xfrm>
            <a:off x="10775075" y="3935179"/>
            <a:ext cx="7164790" cy="2408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71" lvl="1" indent="-248285" algn="ctr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Integrate APIs for location tracking and emergency services to send real-time alerts to ambulances or nearby hospitals.</a:t>
            </a:r>
          </a:p>
          <a:p>
            <a:pPr marL="496571" lvl="1" indent="-248285" algn="ctr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Use SMS or push notifications for immediate communication in critical cases.</a:t>
            </a:r>
          </a:p>
          <a:p>
            <a:pPr algn="ctr">
              <a:lnSpc>
                <a:spcPts val="3220"/>
              </a:lnSpc>
            </a:pPr>
            <a:endParaRPr lang="en-US" sz="2300">
              <a:solidFill>
                <a:srgbClr val="3B365F"/>
              </a:solidFill>
              <a:latin typeface="Coco Gothic"/>
              <a:ea typeface="Coco Gothic"/>
              <a:cs typeface="Coco Gothic"/>
              <a:sym typeface="Coco Gothic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10527124" y="3072214"/>
            <a:ext cx="7412741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Real-Time Emergency Response Integration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2425299" y="6827580"/>
            <a:ext cx="5200459" cy="3608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71" lvl="1" indent="-248285" algn="ctr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Upgrade the mental wellness feature using Natural Language Processing (NLP) to analyze open-ended responses and offer more personalized suggestions.</a:t>
            </a:r>
          </a:p>
          <a:p>
            <a:pPr marL="496571" lvl="1" indent="-248285" algn="ctr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Include voice input and integration with wearable devices for health tracking.</a:t>
            </a:r>
          </a:p>
          <a:p>
            <a:pPr algn="ctr">
              <a:lnSpc>
                <a:spcPts val="3220"/>
              </a:lnSpc>
            </a:pPr>
            <a:endParaRPr lang="en-US" sz="2300">
              <a:solidFill>
                <a:srgbClr val="3B365F"/>
              </a:solidFill>
              <a:latin typeface="Coco Gothic"/>
              <a:ea typeface="Coco Gothic"/>
              <a:cs typeface="Coco Gothic"/>
              <a:sym typeface="Coco Gothic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11926287" y="6238171"/>
            <a:ext cx="5123557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AI-Powered Wellness Bot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93753" y="3503773"/>
            <a:ext cx="5097485" cy="3125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81" lvl="1" indent="-237491" algn="l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Connect the system to a relational database like MySQL or SQLite to store patient records, doctor information, and billing details persistently.</a:t>
            </a:r>
          </a:p>
          <a:p>
            <a:pPr marL="474981" lvl="1" indent="-237491" algn="l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Enable long-term record management, search filters, and historical data analysis.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55561" y="2955768"/>
            <a:ext cx="4573870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Database Integration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2855505" y="396359"/>
            <a:ext cx="12576991" cy="112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Future Enhancements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238573" y="1634142"/>
            <a:ext cx="15811271" cy="1208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As a console-based application, this Hospital Management System serves as a strong foundation for more advanced features and real-world integration. Below are some potential enhancements that could greatly improve its functionality, user experience, and scalability: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0" y="6867368"/>
            <a:ext cx="6937086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Role-Based User Authentication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493753" y="7363303"/>
            <a:ext cx="4495447" cy="2734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81" lvl="1" indent="-237491" algn="ctr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Implement secure login for different user roles such as admin, doctor, patient, and receptionist.</a:t>
            </a:r>
          </a:p>
          <a:p>
            <a:pPr marL="474981" lvl="1" indent="-237491" algn="ctr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Provide controlled access to features based on roles and responsibilities.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755965">
            <a:off x="-2596635" y="-6569350"/>
            <a:ext cx="9743832" cy="10202966"/>
          </a:xfrm>
          <a:custGeom>
            <a:avLst/>
            <a:gdLst/>
            <a:ahLst/>
            <a:cxnLst/>
            <a:rect l="l" t="t" r="r" b="b"/>
            <a:pathLst>
              <a:path w="9743832" h="10202966">
                <a:moveTo>
                  <a:pt x="0" y="0"/>
                </a:moveTo>
                <a:lnTo>
                  <a:pt x="9743832" y="0"/>
                </a:lnTo>
                <a:lnTo>
                  <a:pt x="9743832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2386301">
            <a:off x="10358985" y="-3230434"/>
            <a:ext cx="9743832" cy="10202966"/>
          </a:xfrm>
          <a:custGeom>
            <a:avLst/>
            <a:gdLst/>
            <a:ahLst/>
            <a:cxnLst/>
            <a:rect l="l" t="t" r="r" b="b"/>
            <a:pathLst>
              <a:path w="9743832" h="10202966">
                <a:moveTo>
                  <a:pt x="0" y="0"/>
                </a:moveTo>
                <a:lnTo>
                  <a:pt x="9743833" y="0"/>
                </a:lnTo>
                <a:lnTo>
                  <a:pt x="9743833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441338" flipH="1">
            <a:off x="1608121" y="2418820"/>
            <a:ext cx="16065837" cy="10084176"/>
          </a:xfrm>
          <a:custGeom>
            <a:avLst/>
            <a:gdLst/>
            <a:ahLst/>
            <a:cxnLst/>
            <a:rect l="l" t="t" r="r" b="b"/>
            <a:pathLst>
              <a:path w="16065837" h="10084176">
                <a:moveTo>
                  <a:pt x="16065837" y="0"/>
                </a:moveTo>
                <a:lnTo>
                  <a:pt x="0" y="0"/>
                </a:lnTo>
                <a:lnTo>
                  <a:pt x="0" y="10084176"/>
                </a:lnTo>
                <a:lnTo>
                  <a:pt x="16065837" y="10084176"/>
                </a:lnTo>
                <a:lnTo>
                  <a:pt x="1606583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4547103" y="3415779"/>
            <a:ext cx="3740897" cy="10287468"/>
          </a:xfrm>
          <a:custGeom>
            <a:avLst/>
            <a:gdLst/>
            <a:ahLst/>
            <a:cxnLst/>
            <a:rect l="l" t="t" r="r" b="b"/>
            <a:pathLst>
              <a:path w="3740897" h="10287468">
                <a:moveTo>
                  <a:pt x="3740897" y="0"/>
                </a:moveTo>
                <a:lnTo>
                  <a:pt x="0" y="0"/>
                </a:lnTo>
                <a:lnTo>
                  <a:pt x="0" y="10287467"/>
                </a:lnTo>
                <a:lnTo>
                  <a:pt x="3740897" y="10287467"/>
                </a:lnTo>
                <a:lnTo>
                  <a:pt x="374089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82274" y="2956675"/>
            <a:ext cx="2273231" cy="7063711"/>
          </a:xfrm>
          <a:custGeom>
            <a:avLst/>
            <a:gdLst/>
            <a:ahLst/>
            <a:cxnLst/>
            <a:rect l="l" t="t" r="r" b="b"/>
            <a:pathLst>
              <a:path w="2273231" h="7063711">
                <a:moveTo>
                  <a:pt x="0" y="0"/>
                </a:moveTo>
                <a:lnTo>
                  <a:pt x="2273231" y="0"/>
                </a:lnTo>
                <a:lnTo>
                  <a:pt x="2273231" y="7063711"/>
                </a:lnTo>
                <a:lnTo>
                  <a:pt x="0" y="70637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835469" y="5076825"/>
            <a:ext cx="12395433" cy="3851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14"/>
              </a:lnSpc>
            </a:pPr>
            <a:r>
              <a:rPr lang="en-US" sz="3653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Vanshika Munjal 500121784</a:t>
            </a:r>
          </a:p>
          <a:p>
            <a:pPr algn="ctr">
              <a:lnSpc>
                <a:spcPts val="5114"/>
              </a:lnSpc>
            </a:pPr>
            <a:r>
              <a:rPr lang="en-US" sz="3653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 Vaani Jindal 500119144</a:t>
            </a:r>
          </a:p>
          <a:p>
            <a:pPr algn="ctr">
              <a:lnSpc>
                <a:spcPts val="5114"/>
              </a:lnSpc>
            </a:pPr>
            <a:r>
              <a:rPr lang="en-US" sz="3653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  Shagun Kimothi 500120283</a:t>
            </a:r>
          </a:p>
          <a:p>
            <a:pPr algn="ctr">
              <a:lnSpc>
                <a:spcPts val="5114"/>
              </a:lnSpc>
            </a:pPr>
            <a:endParaRPr lang="en-US" sz="3653">
              <a:solidFill>
                <a:srgbClr val="3B365F"/>
              </a:solidFill>
              <a:latin typeface="TAN Headline"/>
              <a:ea typeface="TAN Headline"/>
              <a:cs typeface="TAN Headline"/>
              <a:sym typeface="TAN Headline"/>
            </a:endParaRPr>
          </a:p>
          <a:p>
            <a:pPr algn="ctr">
              <a:lnSpc>
                <a:spcPts val="5114"/>
              </a:lnSpc>
            </a:pPr>
            <a:r>
              <a:rPr lang="en-US" sz="3653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Batch: B-2 CCVT</a:t>
            </a:r>
          </a:p>
          <a:p>
            <a:pPr algn="l">
              <a:lnSpc>
                <a:spcPts val="5114"/>
              </a:lnSpc>
            </a:pPr>
            <a:endParaRPr lang="en-US" sz="3653">
              <a:solidFill>
                <a:srgbClr val="3B365F"/>
              </a:solidFill>
              <a:latin typeface="TAN Headline"/>
              <a:ea typeface="TAN Headline"/>
              <a:cs typeface="TAN Headline"/>
              <a:sym typeface="TAN Headline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855505" y="895350"/>
            <a:ext cx="12576991" cy="112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Project By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91004">
            <a:off x="9581993" y="1000174"/>
            <a:ext cx="9743832" cy="10202966"/>
          </a:xfrm>
          <a:custGeom>
            <a:avLst/>
            <a:gdLst/>
            <a:ahLst/>
            <a:cxnLst/>
            <a:rect l="l" t="t" r="r" b="b"/>
            <a:pathLst>
              <a:path w="9743832" h="10202966">
                <a:moveTo>
                  <a:pt x="0" y="0"/>
                </a:moveTo>
                <a:lnTo>
                  <a:pt x="9743832" y="0"/>
                </a:lnTo>
                <a:lnTo>
                  <a:pt x="9743832" y="10202966"/>
                </a:lnTo>
                <a:lnTo>
                  <a:pt x="0" y="10202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755965">
            <a:off x="-1305642" y="731692"/>
            <a:ext cx="9743832" cy="10202966"/>
          </a:xfrm>
          <a:custGeom>
            <a:avLst/>
            <a:gdLst/>
            <a:ahLst/>
            <a:cxnLst/>
            <a:rect l="l" t="t" r="r" b="b"/>
            <a:pathLst>
              <a:path w="9743832" h="10202966">
                <a:moveTo>
                  <a:pt x="0" y="0"/>
                </a:moveTo>
                <a:lnTo>
                  <a:pt x="9743832" y="0"/>
                </a:lnTo>
                <a:lnTo>
                  <a:pt x="9743832" y="10202966"/>
                </a:lnTo>
                <a:lnTo>
                  <a:pt x="0" y="10202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844355" y="5705171"/>
            <a:ext cx="14599291" cy="9163657"/>
          </a:xfrm>
          <a:custGeom>
            <a:avLst/>
            <a:gdLst/>
            <a:ahLst/>
            <a:cxnLst/>
            <a:rect l="l" t="t" r="r" b="b"/>
            <a:pathLst>
              <a:path w="14599291" h="9163657">
                <a:moveTo>
                  <a:pt x="14599290" y="0"/>
                </a:moveTo>
                <a:lnTo>
                  <a:pt x="0" y="0"/>
                </a:lnTo>
                <a:lnTo>
                  <a:pt x="0" y="9163658"/>
                </a:lnTo>
                <a:lnTo>
                  <a:pt x="14599290" y="9163658"/>
                </a:lnTo>
                <a:lnTo>
                  <a:pt x="1459929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216366" y="5042801"/>
            <a:ext cx="4127261" cy="5717869"/>
          </a:xfrm>
          <a:custGeom>
            <a:avLst/>
            <a:gdLst/>
            <a:ahLst/>
            <a:cxnLst/>
            <a:rect l="l" t="t" r="r" b="b"/>
            <a:pathLst>
              <a:path w="4127261" h="5717869">
                <a:moveTo>
                  <a:pt x="0" y="0"/>
                </a:moveTo>
                <a:lnTo>
                  <a:pt x="4127262" y="0"/>
                </a:lnTo>
                <a:lnTo>
                  <a:pt x="4127262" y="5717869"/>
                </a:lnTo>
                <a:lnTo>
                  <a:pt x="0" y="57178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144000" y="4573289"/>
            <a:ext cx="4364916" cy="6187381"/>
          </a:xfrm>
          <a:custGeom>
            <a:avLst/>
            <a:gdLst/>
            <a:ahLst/>
            <a:cxnLst/>
            <a:rect l="l" t="t" r="r" b="b"/>
            <a:pathLst>
              <a:path w="4364916" h="6187381">
                <a:moveTo>
                  <a:pt x="0" y="0"/>
                </a:moveTo>
                <a:lnTo>
                  <a:pt x="4364916" y="0"/>
                </a:lnTo>
                <a:lnTo>
                  <a:pt x="4364916" y="6187381"/>
                </a:lnTo>
                <a:lnTo>
                  <a:pt x="0" y="61873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87407" y="6174334"/>
            <a:ext cx="3531385" cy="3815463"/>
          </a:xfrm>
          <a:custGeom>
            <a:avLst/>
            <a:gdLst/>
            <a:ahLst/>
            <a:cxnLst/>
            <a:rect l="l" t="t" r="r" b="b"/>
            <a:pathLst>
              <a:path w="3531385" h="3815463">
                <a:moveTo>
                  <a:pt x="0" y="0"/>
                </a:moveTo>
                <a:lnTo>
                  <a:pt x="3531386" y="0"/>
                </a:lnTo>
                <a:lnTo>
                  <a:pt x="3531386" y="3815463"/>
                </a:lnTo>
                <a:lnTo>
                  <a:pt x="0" y="38154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12543402" y="6083768"/>
            <a:ext cx="3531385" cy="3815463"/>
          </a:xfrm>
          <a:custGeom>
            <a:avLst/>
            <a:gdLst/>
            <a:ahLst/>
            <a:cxnLst/>
            <a:rect l="l" t="t" r="r" b="b"/>
            <a:pathLst>
              <a:path w="3531385" h="3815463">
                <a:moveTo>
                  <a:pt x="3531386" y="0"/>
                </a:moveTo>
                <a:lnTo>
                  <a:pt x="0" y="0"/>
                </a:lnTo>
                <a:lnTo>
                  <a:pt x="0" y="3815463"/>
                </a:lnTo>
                <a:lnTo>
                  <a:pt x="3531386" y="3815463"/>
                </a:lnTo>
                <a:lnTo>
                  <a:pt x="3531386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436655" y="1657320"/>
            <a:ext cx="3778768" cy="3807323"/>
          </a:xfrm>
          <a:custGeom>
            <a:avLst/>
            <a:gdLst/>
            <a:ahLst/>
            <a:cxnLst/>
            <a:rect l="l" t="t" r="r" b="b"/>
            <a:pathLst>
              <a:path w="3778768" h="3807323">
                <a:moveTo>
                  <a:pt x="0" y="0"/>
                </a:moveTo>
                <a:lnTo>
                  <a:pt x="3778768" y="0"/>
                </a:lnTo>
                <a:lnTo>
                  <a:pt x="3778768" y="3807323"/>
                </a:lnTo>
                <a:lnTo>
                  <a:pt x="0" y="38073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538390" y="606533"/>
            <a:ext cx="1828678" cy="1399770"/>
          </a:xfrm>
          <a:custGeom>
            <a:avLst/>
            <a:gdLst/>
            <a:ahLst/>
            <a:cxnLst/>
            <a:rect l="l" t="t" r="r" b="b"/>
            <a:pathLst>
              <a:path w="1828678" h="1399770">
                <a:moveTo>
                  <a:pt x="0" y="0"/>
                </a:moveTo>
                <a:lnTo>
                  <a:pt x="1828678" y="0"/>
                </a:lnTo>
                <a:lnTo>
                  <a:pt x="1828678" y="1399770"/>
                </a:lnTo>
                <a:lnTo>
                  <a:pt x="0" y="139977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4460558" y="573066"/>
            <a:ext cx="627698" cy="634365"/>
            <a:chOff x="0" y="0"/>
            <a:chExt cx="836930" cy="845820"/>
          </a:xfrm>
        </p:grpSpPr>
        <p:sp>
          <p:nvSpPr>
            <p:cNvPr id="12" name="Freeform 12"/>
            <p:cNvSpPr/>
            <p:nvPr/>
          </p:nvSpPr>
          <p:spPr>
            <a:xfrm>
              <a:off x="45720" y="48260"/>
              <a:ext cx="746760" cy="748030"/>
            </a:xfrm>
            <a:custGeom>
              <a:avLst/>
              <a:gdLst/>
              <a:ahLst/>
              <a:cxnLst/>
              <a:rect l="l" t="t" r="r" b="b"/>
              <a:pathLst>
                <a:path w="746760" h="748030">
                  <a:moveTo>
                    <a:pt x="541020" y="712470"/>
                  </a:moveTo>
                  <a:cubicBezTo>
                    <a:pt x="17780" y="205740"/>
                    <a:pt x="15240" y="201930"/>
                    <a:pt x="10160" y="186690"/>
                  </a:cubicBezTo>
                  <a:cubicBezTo>
                    <a:pt x="3810" y="163830"/>
                    <a:pt x="0" y="124460"/>
                    <a:pt x="8890" y="99060"/>
                  </a:cubicBezTo>
                  <a:cubicBezTo>
                    <a:pt x="16510" y="72390"/>
                    <a:pt x="38100" y="44450"/>
                    <a:pt x="59690" y="27940"/>
                  </a:cubicBezTo>
                  <a:cubicBezTo>
                    <a:pt x="82550" y="11430"/>
                    <a:pt x="116840" y="1270"/>
                    <a:pt x="143510" y="2540"/>
                  </a:cubicBezTo>
                  <a:cubicBezTo>
                    <a:pt x="171450" y="3810"/>
                    <a:pt x="207010" y="20320"/>
                    <a:pt x="226060" y="33020"/>
                  </a:cubicBezTo>
                  <a:cubicBezTo>
                    <a:pt x="240030" y="43180"/>
                    <a:pt x="247650" y="52070"/>
                    <a:pt x="255270" y="66040"/>
                  </a:cubicBezTo>
                  <a:cubicBezTo>
                    <a:pt x="266700" y="87630"/>
                    <a:pt x="275590" y="128270"/>
                    <a:pt x="275590" y="151130"/>
                  </a:cubicBezTo>
                  <a:cubicBezTo>
                    <a:pt x="275590" y="168910"/>
                    <a:pt x="273050" y="180340"/>
                    <a:pt x="265430" y="194310"/>
                  </a:cubicBezTo>
                  <a:cubicBezTo>
                    <a:pt x="254000" y="215900"/>
                    <a:pt x="229870" y="246380"/>
                    <a:pt x="205740" y="259080"/>
                  </a:cubicBezTo>
                  <a:cubicBezTo>
                    <a:pt x="181610" y="273050"/>
                    <a:pt x="143510" y="276860"/>
                    <a:pt x="120650" y="275590"/>
                  </a:cubicBezTo>
                  <a:cubicBezTo>
                    <a:pt x="102870" y="274320"/>
                    <a:pt x="91440" y="270510"/>
                    <a:pt x="77470" y="261620"/>
                  </a:cubicBezTo>
                  <a:cubicBezTo>
                    <a:pt x="57150" y="250190"/>
                    <a:pt x="27940" y="224790"/>
                    <a:pt x="16510" y="199390"/>
                  </a:cubicBezTo>
                  <a:cubicBezTo>
                    <a:pt x="3810" y="175260"/>
                    <a:pt x="0" y="139700"/>
                    <a:pt x="5080" y="113030"/>
                  </a:cubicBezTo>
                  <a:cubicBezTo>
                    <a:pt x="10160" y="86360"/>
                    <a:pt x="27940" y="55880"/>
                    <a:pt x="48260" y="36830"/>
                  </a:cubicBezTo>
                  <a:cubicBezTo>
                    <a:pt x="69850" y="19050"/>
                    <a:pt x="105410" y="6350"/>
                    <a:pt x="129540" y="2540"/>
                  </a:cubicBezTo>
                  <a:cubicBezTo>
                    <a:pt x="146050" y="0"/>
                    <a:pt x="157480" y="1270"/>
                    <a:pt x="173990" y="6350"/>
                  </a:cubicBezTo>
                  <a:cubicBezTo>
                    <a:pt x="195580" y="13970"/>
                    <a:pt x="214630" y="27940"/>
                    <a:pt x="246380" y="54610"/>
                  </a:cubicBezTo>
                  <a:cubicBezTo>
                    <a:pt x="337820" y="129540"/>
                    <a:pt x="645160" y="457200"/>
                    <a:pt x="708660" y="537210"/>
                  </a:cubicBezTo>
                  <a:cubicBezTo>
                    <a:pt x="726440" y="560070"/>
                    <a:pt x="734060" y="566420"/>
                    <a:pt x="739140" y="585470"/>
                  </a:cubicBezTo>
                  <a:cubicBezTo>
                    <a:pt x="745490" y="609600"/>
                    <a:pt x="746760" y="646430"/>
                    <a:pt x="736600" y="671830"/>
                  </a:cubicBezTo>
                  <a:cubicBezTo>
                    <a:pt x="726440" y="695960"/>
                    <a:pt x="698500" y="722630"/>
                    <a:pt x="676910" y="734060"/>
                  </a:cubicBezTo>
                  <a:cubicBezTo>
                    <a:pt x="659130" y="744220"/>
                    <a:pt x="641350" y="748030"/>
                    <a:pt x="621030" y="746760"/>
                  </a:cubicBezTo>
                  <a:cubicBezTo>
                    <a:pt x="595630" y="744220"/>
                    <a:pt x="541020" y="712470"/>
                    <a:pt x="541020" y="712470"/>
                  </a:cubicBezTo>
                </a:path>
              </a:pathLst>
            </a:custGeom>
            <a:solidFill>
              <a:srgbClr val="88A3C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5068253" y="483531"/>
            <a:ext cx="296228" cy="615315"/>
            <a:chOff x="0" y="0"/>
            <a:chExt cx="394970" cy="820420"/>
          </a:xfrm>
        </p:grpSpPr>
        <p:sp>
          <p:nvSpPr>
            <p:cNvPr id="14" name="Freeform 14"/>
            <p:cNvSpPr/>
            <p:nvPr/>
          </p:nvSpPr>
          <p:spPr>
            <a:xfrm>
              <a:off x="48260" y="49530"/>
              <a:ext cx="311150" cy="722630"/>
            </a:xfrm>
            <a:custGeom>
              <a:avLst/>
              <a:gdLst/>
              <a:ahLst/>
              <a:cxnLst/>
              <a:rect l="l" t="t" r="r" b="b"/>
              <a:pathLst>
                <a:path w="311150" h="722630">
                  <a:moveTo>
                    <a:pt x="66040" y="626110"/>
                  </a:moveTo>
                  <a:cubicBezTo>
                    <a:pt x="2540" y="208280"/>
                    <a:pt x="11430" y="87630"/>
                    <a:pt x="33020" y="48260"/>
                  </a:cubicBezTo>
                  <a:cubicBezTo>
                    <a:pt x="40640" y="31750"/>
                    <a:pt x="49530" y="27940"/>
                    <a:pt x="63500" y="20320"/>
                  </a:cubicBezTo>
                  <a:cubicBezTo>
                    <a:pt x="83820" y="10160"/>
                    <a:pt x="118110" y="0"/>
                    <a:pt x="143510" y="2540"/>
                  </a:cubicBezTo>
                  <a:cubicBezTo>
                    <a:pt x="168910" y="5080"/>
                    <a:pt x="199390" y="19050"/>
                    <a:pt x="218440" y="36830"/>
                  </a:cubicBezTo>
                  <a:cubicBezTo>
                    <a:pt x="237490" y="53340"/>
                    <a:pt x="252730" y="82550"/>
                    <a:pt x="257810" y="107950"/>
                  </a:cubicBezTo>
                  <a:cubicBezTo>
                    <a:pt x="261620" y="133350"/>
                    <a:pt x="256540" y="166370"/>
                    <a:pt x="245110" y="189230"/>
                  </a:cubicBezTo>
                  <a:cubicBezTo>
                    <a:pt x="232410" y="212090"/>
                    <a:pt x="204470" y="234950"/>
                    <a:pt x="185420" y="246380"/>
                  </a:cubicBezTo>
                  <a:cubicBezTo>
                    <a:pt x="172720" y="254000"/>
                    <a:pt x="161290" y="256540"/>
                    <a:pt x="146050" y="257810"/>
                  </a:cubicBezTo>
                  <a:cubicBezTo>
                    <a:pt x="124460" y="257810"/>
                    <a:pt x="85090" y="250190"/>
                    <a:pt x="66040" y="240030"/>
                  </a:cubicBezTo>
                  <a:cubicBezTo>
                    <a:pt x="52070" y="233680"/>
                    <a:pt x="43180" y="226060"/>
                    <a:pt x="34290" y="214630"/>
                  </a:cubicBezTo>
                  <a:cubicBezTo>
                    <a:pt x="20320" y="196850"/>
                    <a:pt x="6350" y="160020"/>
                    <a:pt x="2540" y="138430"/>
                  </a:cubicBezTo>
                  <a:cubicBezTo>
                    <a:pt x="0" y="123190"/>
                    <a:pt x="1270" y="111760"/>
                    <a:pt x="7620" y="96520"/>
                  </a:cubicBezTo>
                  <a:cubicBezTo>
                    <a:pt x="13970" y="76200"/>
                    <a:pt x="31750" y="44450"/>
                    <a:pt x="52070" y="29210"/>
                  </a:cubicBezTo>
                  <a:cubicBezTo>
                    <a:pt x="72390" y="12700"/>
                    <a:pt x="107950" y="3810"/>
                    <a:pt x="129540" y="1270"/>
                  </a:cubicBezTo>
                  <a:cubicBezTo>
                    <a:pt x="146050" y="0"/>
                    <a:pt x="156210" y="2540"/>
                    <a:pt x="171450" y="7620"/>
                  </a:cubicBezTo>
                  <a:cubicBezTo>
                    <a:pt x="191770" y="16510"/>
                    <a:pt x="222250" y="35560"/>
                    <a:pt x="236220" y="57150"/>
                  </a:cubicBezTo>
                  <a:cubicBezTo>
                    <a:pt x="251460" y="78740"/>
                    <a:pt x="260350" y="110490"/>
                    <a:pt x="259080" y="135890"/>
                  </a:cubicBezTo>
                  <a:cubicBezTo>
                    <a:pt x="257810" y="161290"/>
                    <a:pt x="227330" y="210820"/>
                    <a:pt x="229870" y="212090"/>
                  </a:cubicBezTo>
                  <a:cubicBezTo>
                    <a:pt x="231140" y="213360"/>
                    <a:pt x="243840" y="182880"/>
                    <a:pt x="250190" y="185420"/>
                  </a:cubicBezTo>
                  <a:cubicBezTo>
                    <a:pt x="273050" y="191770"/>
                    <a:pt x="311150" y="562610"/>
                    <a:pt x="294640" y="636270"/>
                  </a:cubicBezTo>
                  <a:cubicBezTo>
                    <a:pt x="289560" y="661670"/>
                    <a:pt x="280670" y="670560"/>
                    <a:pt x="266700" y="684530"/>
                  </a:cubicBezTo>
                  <a:cubicBezTo>
                    <a:pt x="248920" y="701040"/>
                    <a:pt x="217170" y="717550"/>
                    <a:pt x="190500" y="720090"/>
                  </a:cubicBezTo>
                  <a:cubicBezTo>
                    <a:pt x="165100" y="722630"/>
                    <a:pt x="132080" y="712470"/>
                    <a:pt x="110490" y="695960"/>
                  </a:cubicBezTo>
                  <a:cubicBezTo>
                    <a:pt x="90170" y="680720"/>
                    <a:pt x="66040" y="626110"/>
                    <a:pt x="66040" y="626110"/>
                  </a:cubicBezTo>
                </a:path>
              </a:pathLst>
            </a:custGeom>
            <a:solidFill>
              <a:srgbClr val="88A3C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4470082" y="1228386"/>
            <a:ext cx="592455" cy="303847"/>
            <a:chOff x="0" y="0"/>
            <a:chExt cx="789940" cy="405130"/>
          </a:xfrm>
        </p:grpSpPr>
        <p:sp>
          <p:nvSpPr>
            <p:cNvPr id="16" name="Freeform 16"/>
            <p:cNvSpPr/>
            <p:nvPr/>
          </p:nvSpPr>
          <p:spPr>
            <a:xfrm>
              <a:off x="48260" y="48260"/>
              <a:ext cx="692150" cy="309880"/>
            </a:xfrm>
            <a:custGeom>
              <a:avLst/>
              <a:gdLst/>
              <a:ahLst/>
              <a:cxnLst/>
              <a:rect l="l" t="t" r="r" b="b"/>
              <a:pathLst>
                <a:path w="692150" h="309880">
                  <a:moveTo>
                    <a:pt x="553720" y="278130"/>
                  </a:moveTo>
                  <a:cubicBezTo>
                    <a:pt x="351790" y="256540"/>
                    <a:pt x="271780" y="250190"/>
                    <a:pt x="234950" y="262890"/>
                  </a:cubicBezTo>
                  <a:cubicBezTo>
                    <a:pt x="214630" y="270510"/>
                    <a:pt x="210820" y="288290"/>
                    <a:pt x="191770" y="294640"/>
                  </a:cubicBezTo>
                  <a:cubicBezTo>
                    <a:pt x="170180" y="303530"/>
                    <a:pt x="133350" y="309880"/>
                    <a:pt x="106680" y="303530"/>
                  </a:cubicBezTo>
                  <a:cubicBezTo>
                    <a:pt x="80010" y="297180"/>
                    <a:pt x="49530" y="275590"/>
                    <a:pt x="33020" y="259080"/>
                  </a:cubicBezTo>
                  <a:cubicBezTo>
                    <a:pt x="21590" y="246380"/>
                    <a:pt x="16510" y="234950"/>
                    <a:pt x="11430" y="220980"/>
                  </a:cubicBezTo>
                  <a:cubicBezTo>
                    <a:pt x="6350" y="207010"/>
                    <a:pt x="1270" y="194310"/>
                    <a:pt x="2540" y="177800"/>
                  </a:cubicBezTo>
                  <a:cubicBezTo>
                    <a:pt x="3810" y="154940"/>
                    <a:pt x="10160" y="118110"/>
                    <a:pt x="26670" y="95250"/>
                  </a:cubicBezTo>
                  <a:cubicBezTo>
                    <a:pt x="41910" y="73660"/>
                    <a:pt x="69850" y="52070"/>
                    <a:pt x="95250" y="44450"/>
                  </a:cubicBezTo>
                  <a:cubicBezTo>
                    <a:pt x="120650" y="35560"/>
                    <a:pt x="158750" y="39370"/>
                    <a:pt x="181610" y="45720"/>
                  </a:cubicBezTo>
                  <a:cubicBezTo>
                    <a:pt x="196850" y="49530"/>
                    <a:pt x="207010" y="54610"/>
                    <a:pt x="219710" y="66040"/>
                  </a:cubicBezTo>
                  <a:cubicBezTo>
                    <a:pt x="236220" y="81280"/>
                    <a:pt x="260350" y="111760"/>
                    <a:pt x="266700" y="137160"/>
                  </a:cubicBezTo>
                  <a:cubicBezTo>
                    <a:pt x="274320" y="163830"/>
                    <a:pt x="271780" y="198120"/>
                    <a:pt x="261620" y="223520"/>
                  </a:cubicBezTo>
                  <a:cubicBezTo>
                    <a:pt x="251460" y="248920"/>
                    <a:pt x="228600" y="274320"/>
                    <a:pt x="205740" y="288290"/>
                  </a:cubicBezTo>
                  <a:cubicBezTo>
                    <a:pt x="181610" y="302260"/>
                    <a:pt x="148590" y="309880"/>
                    <a:pt x="120650" y="306070"/>
                  </a:cubicBezTo>
                  <a:cubicBezTo>
                    <a:pt x="93980" y="303530"/>
                    <a:pt x="63500" y="288290"/>
                    <a:pt x="43180" y="269240"/>
                  </a:cubicBezTo>
                  <a:cubicBezTo>
                    <a:pt x="24130" y="250190"/>
                    <a:pt x="8890" y="215900"/>
                    <a:pt x="3810" y="193040"/>
                  </a:cubicBezTo>
                  <a:cubicBezTo>
                    <a:pt x="0" y="176530"/>
                    <a:pt x="0" y="165100"/>
                    <a:pt x="3810" y="148590"/>
                  </a:cubicBezTo>
                  <a:cubicBezTo>
                    <a:pt x="10160" y="127000"/>
                    <a:pt x="29210" y="93980"/>
                    <a:pt x="45720" y="73660"/>
                  </a:cubicBezTo>
                  <a:cubicBezTo>
                    <a:pt x="59690" y="55880"/>
                    <a:pt x="71120" y="43180"/>
                    <a:pt x="93980" y="31750"/>
                  </a:cubicBezTo>
                  <a:cubicBezTo>
                    <a:pt x="132080" y="13970"/>
                    <a:pt x="207010" y="6350"/>
                    <a:pt x="264160" y="2540"/>
                  </a:cubicBezTo>
                  <a:cubicBezTo>
                    <a:pt x="322580" y="0"/>
                    <a:pt x="383540" y="7620"/>
                    <a:pt x="441960" y="15240"/>
                  </a:cubicBezTo>
                  <a:cubicBezTo>
                    <a:pt x="501650" y="22860"/>
                    <a:pt x="575310" y="27940"/>
                    <a:pt x="617220" y="49530"/>
                  </a:cubicBezTo>
                  <a:cubicBezTo>
                    <a:pt x="645160" y="63500"/>
                    <a:pt x="666750" y="86360"/>
                    <a:pt x="678180" y="106680"/>
                  </a:cubicBezTo>
                  <a:cubicBezTo>
                    <a:pt x="688340" y="124460"/>
                    <a:pt x="692150" y="143510"/>
                    <a:pt x="690880" y="162560"/>
                  </a:cubicBezTo>
                  <a:cubicBezTo>
                    <a:pt x="688340" y="186690"/>
                    <a:pt x="674370" y="222250"/>
                    <a:pt x="657860" y="241300"/>
                  </a:cubicBezTo>
                  <a:cubicBezTo>
                    <a:pt x="645160" y="256540"/>
                    <a:pt x="627380" y="266700"/>
                    <a:pt x="610870" y="273050"/>
                  </a:cubicBezTo>
                  <a:cubicBezTo>
                    <a:pt x="593090" y="278130"/>
                    <a:pt x="553720" y="278130"/>
                    <a:pt x="553720" y="278130"/>
                  </a:cubicBezTo>
                </a:path>
              </a:pathLst>
            </a:custGeom>
            <a:solidFill>
              <a:srgbClr val="88A3C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 rot="-5466542">
            <a:off x="13171488" y="957477"/>
            <a:ext cx="552469" cy="522858"/>
            <a:chOff x="0" y="0"/>
            <a:chExt cx="900430" cy="852170"/>
          </a:xfrm>
        </p:grpSpPr>
        <p:sp>
          <p:nvSpPr>
            <p:cNvPr id="18" name="Freeform 18"/>
            <p:cNvSpPr/>
            <p:nvPr/>
          </p:nvSpPr>
          <p:spPr>
            <a:xfrm>
              <a:off x="45720" y="48260"/>
              <a:ext cx="807720" cy="755650"/>
            </a:xfrm>
            <a:custGeom>
              <a:avLst/>
              <a:gdLst/>
              <a:ahLst/>
              <a:cxnLst/>
              <a:rect l="l" t="t" r="r" b="b"/>
              <a:pathLst>
                <a:path w="807720" h="755650">
                  <a:moveTo>
                    <a:pt x="208280" y="41910"/>
                  </a:moveTo>
                  <a:cubicBezTo>
                    <a:pt x="571500" y="396240"/>
                    <a:pt x="746760" y="495300"/>
                    <a:pt x="786130" y="544830"/>
                  </a:cubicBezTo>
                  <a:cubicBezTo>
                    <a:pt x="798830" y="561340"/>
                    <a:pt x="800100" y="568960"/>
                    <a:pt x="802640" y="585470"/>
                  </a:cubicBezTo>
                  <a:cubicBezTo>
                    <a:pt x="806450" y="608330"/>
                    <a:pt x="805180" y="646430"/>
                    <a:pt x="795020" y="671830"/>
                  </a:cubicBezTo>
                  <a:cubicBezTo>
                    <a:pt x="783590" y="697230"/>
                    <a:pt x="759460" y="722630"/>
                    <a:pt x="735330" y="735330"/>
                  </a:cubicBezTo>
                  <a:cubicBezTo>
                    <a:pt x="711200" y="749300"/>
                    <a:pt x="676910" y="755650"/>
                    <a:pt x="650240" y="750570"/>
                  </a:cubicBezTo>
                  <a:cubicBezTo>
                    <a:pt x="622300" y="746760"/>
                    <a:pt x="591820" y="731520"/>
                    <a:pt x="572770" y="711200"/>
                  </a:cubicBezTo>
                  <a:cubicBezTo>
                    <a:pt x="553720" y="692150"/>
                    <a:pt x="539750" y="655320"/>
                    <a:pt x="534670" y="632460"/>
                  </a:cubicBezTo>
                  <a:cubicBezTo>
                    <a:pt x="532130" y="615950"/>
                    <a:pt x="533400" y="603250"/>
                    <a:pt x="537210" y="589280"/>
                  </a:cubicBezTo>
                  <a:cubicBezTo>
                    <a:pt x="539750" y="574040"/>
                    <a:pt x="543560" y="561340"/>
                    <a:pt x="552450" y="547370"/>
                  </a:cubicBezTo>
                  <a:cubicBezTo>
                    <a:pt x="566420" y="528320"/>
                    <a:pt x="593090" y="501650"/>
                    <a:pt x="618490" y="490220"/>
                  </a:cubicBezTo>
                  <a:cubicBezTo>
                    <a:pt x="643890" y="480060"/>
                    <a:pt x="681990" y="480060"/>
                    <a:pt x="704850" y="485140"/>
                  </a:cubicBezTo>
                  <a:cubicBezTo>
                    <a:pt x="721360" y="487680"/>
                    <a:pt x="731520" y="492760"/>
                    <a:pt x="745490" y="502920"/>
                  </a:cubicBezTo>
                  <a:cubicBezTo>
                    <a:pt x="763270" y="516890"/>
                    <a:pt x="789940" y="544830"/>
                    <a:pt x="798830" y="571500"/>
                  </a:cubicBezTo>
                  <a:cubicBezTo>
                    <a:pt x="807720" y="596900"/>
                    <a:pt x="807720" y="632460"/>
                    <a:pt x="800100" y="657860"/>
                  </a:cubicBezTo>
                  <a:cubicBezTo>
                    <a:pt x="791210" y="684530"/>
                    <a:pt x="770890" y="712470"/>
                    <a:pt x="748030" y="727710"/>
                  </a:cubicBezTo>
                  <a:cubicBezTo>
                    <a:pt x="725170" y="744220"/>
                    <a:pt x="688340" y="751840"/>
                    <a:pt x="664210" y="751840"/>
                  </a:cubicBezTo>
                  <a:cubicBezTo>
                    <a:pt x="647700" y="753110"/>
                    <a:pt x="638810" y="749300"/>
                    <a:pt x="621030" y="742950"/>
                  </a:cubicBezTo>
                  <a:cubicBezTo>
                    <a:pt x="594360" y="732790"/>
                    <a:pt x="552450" y="708660"/>
                    <a:pt x="518160" y="684530"/>
                  </a:cubicBezTo>
                  <a:cubicBezTo>
                    <a:pt x="481330" y="659130"/>
                    <a:pt x="450850" y="635000"/>
                    <a:pt x="407670" y="594360"/>
                  </a:cubicBezTo>
                  <a:cubicBezTo>
                    <a:pt x="335280" y="530860"/>
                    <a:pt x="210820" y="405130"/>
                    <a:pt x="139700" y="326390"/>
                  </a:cubicBezTo>
                  <a:cubicBezTo>
                    <a:pt x="87630" y="270510"/>
                    <a:pt x="33020" y="220980"/>
                    <a:pt x="13970" y="175260"/>
                  </a:cubicBezTo>
                  <a:cubicBezTo>
                    <a:pt x="1270" y="144780"/>
                    <a:pt x="0" y="115570"/>
                    <a:pt x="5080" y="91440"/>
                  </a:cubicBezTo>
                  <a:cubicBezTo>
                    <a:pt x="7620" y="72390"/>
                    <a:pt x="19050" y="54610"/>
                    <a:pt x="30480" y="41910"/>
                  </a:cubicBezTo>
                  <a:cubicBezTo>
                    <a:pt x="43180" y="27940"/>
                    <a:pt x="60960" y="16510"/>
                    <a:pt x="77470" y="10160"/>
                  </a:cubicBezTo>
                  <a:cubicBezTo>
                    <a:pt x="95250" y="2540"/>
                    <a:pt x="114300" y="0"/>
                    <a:pt x="134620" y="2540"/>
                  </a:cubicBezTo>
                  <a:cubicBezTo>
                    <a:pt x="157480" y="7620"/>
                    <a:pt x="208280" y="41910"/>
                    <a:pt x="208280" y="41910"/>
                  </a:cubicBezTo>
                </a:path>
              </a:pathLst>
            </a:custGeom>
            <a:solidFill>
              <a:srgbClr val="88A3C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9" name="Group 19"/>
          <p:cNvGrpSpPr/>
          <p:nvPr/>
        </p:nvGrpSpPr>
        <p:grpSpPr>
          <a:xfrm rot="-5466542">
            <a:off x="12755985" y="971838"/>
            <a:ext cx="621819" cy="241559"/>
            <a:chOff x="0" y="0"/>
            <a:chExt cx="1013460" cy="393700"/>
          </a:xfrm>
        </p:grpSpPr>
        <p:sp>
          <p:nvSpPr>
            <p:cNvPr id="20" name="Freeform 20"/>
            <p:cNvSpPr/>
            <p:nvPr/>
          </p:nvSpPr>
          <p:spPr>
            <a:xfrm>
              <a:off x="49530" y="46990"/>
              <a:ext cx="918210" cy="308610"/>
            </a:xfrm>
            <a:custGeom>
              <a:avLst/>
              <a:gdLst/>
              <a:ahLst/>
              <a:cxnLst/>
              <a:rect l="l" t="t" r="r" b="b"/>
              <a:pathLst>
                <a:path w="918210" h="308610">
                  <a:moveTo>
                    <a:pt x="124460" y="46990"/>
                  </a:moveTo>
                  <a:cubicBezTo>
                    <a:pt x="711200" y="30480"/>
                    <a:pt x="711200" y="19050"/>
                    <a:pt x="726440" y="13970"/>
                  </a:cubicBezTo>
                  <a:cubicBezTo>
                    <a:pt x="749300" y="6350"/>
                    <a:pt x="786130" y="0"/>
                    <a:pt x="812800" y="6350"/>
                  </a:cubicBezTo>
                  <a:cubicBezTo>
                    <a:pt x="839470" y="12700"/>
                    <a:pt x="869950" y="35560"/>
                    <a:pt x="885190" y="52070"/>
                  </a:cubicBezTo>
                  <a:cubicBezTo>
                    <a:pt x="896620" y="63500"/>
                    <a:pt x="902970" y="73660"/>
                    <a:pt x="906780" y="90170"/>
                  </a:cubicBezTo>
                  <a:cubicBezTo>
                    <a:pt x="913130" y="111760"/>
                    <a:pt x="918210" y="149860"/>
                    <a:pt x="909320" y="175260"/>
                  </a:cubicBezTo>
                  <a:cubicBezTo>
                    <a:pt x="901700" y="201930"/>
                    <a:pt x="881380" y="229870"/>
                    <a:pt x="859790" y="246380"/>
                  </a:cubicBezTo>
                  <a:cubicBezTo>
                    <a:pt x="838200" y="261620"/>
                    <a:pt x="801370" y="270510"/>
                    <a:pt x="777240" y="271780"/>
                  </a:cubicBezTo>
                  <a:cubicBezTo>
                    <a:pt x="760730" y="273050"/>
                    <a:pt x="749300" y="270510"/>
                    <a:pt x="735330" y="264160"/>
                  </a:cubicBezTo>
                  <a:cubicBezTo>
                    <a:pt x="713740" y="254000"/>
                    <a:pt x="681990" y="232410"/>
                    <a:pt x="668020" y="209550"/>
                  </a:cubicBezTo>
                  <a:cubicBezTo>
                    <a:pt x="652780" y="186690"/>
                    <a:pt x="643890" y="153670"/>
                    <a:pt x="646430" y="127000"/>
                  </a:cubicBezTo>
                  <a:cubicBezTo>
                    <a:pt x="648970" y="99060"/>
                    <a:pt x="661670" y="67310"/>
                    <a:pt x="679450" y="46990"/>
                  </a:cubicBezTo>
                  <a:cubicBezTo>
                    <a:pt x="698500" y="26670"/>
                    <a:pt x="732790" y="11430"/>
                    <a:pt x="754380" y="5080"/>
                  </a:cubicBezTo>
                  <a:cubicBezTo>
                    <a:pt x="770890" y="0"/>
                    <a:pt x="782320" y="0"/>
                    <a:pt x="798830" y="3810"/>
                  </a:cubicBezTo>
                  <a:cubicBezTo>
                    <a:pt x="820420" y="7620"/>
                    <a:pt x="857250" y="26670"/>
                    <a:pt x="875030" y="40640"/>
                  </a:cubicBezTo>
                  <a:cubicBezTo>
                    <a:pt x="887730" y="52070"/>
                    <a:pt x="895350" y="60960"/>
                    <a:pt x="901700" y="76200"/>
                  </a:cubicBezTo>
                  <a:cubicBezTo>
                    <a:pt x="909320" y="97790"/>
                    <a:pt x="918210" y="134620"/>
                    <a:pt x="913130" y="161290"/>
                  </a:cubicBezTo>
                  <a:cubicBezTo>
                    <a:pt x="908050" y="187960"/>
                    <a:pt x="896620" y="217170"/>
                    <a:pt x="871220" y="236220"/>
                  </a:cubicBezTo>
                  <a:cubicBezTo>
                    <a:pt x="829310" y="269240"/>
                    <a:pt x="735330" y="284480"/>
                    <a:pt x="651510" y="295910"/>
                  </a:cubicBezTo>
                  <a:cubicBezTo>
                    <a:pt x="544830" y="308610"/>
                    <a:pt x="383540" y="297180"/>
                    <a:pt x="279400" y="292100"/>
                  </a:cubicBezTo>
                  <a:cubicBezTo>
                    <a:pt x="204470" y="289560"/>
                    <a:pt x="132080" y="294640"/>
                    <a:pt x="85090" y="278130"/>
                  </a:cubicBezTo>
                  <a:cubicBezTo>
                    <a:pt x="55880" y="265430"/>
                    <a:pt x="33020" y="246380"/>
                    <a:pt x="19050" y="227330"/>
                  </a:cubicBezTo>
                  <a:cubicBezTo>
                    <a:pt x="7620" y="210820"/>
                    <a:pt x="2540" y="191770"/>
                    <a:pt x="1270" y="172720"/>
                  </a:cubicBezTo>
                  <a:cubicBezTo>
                    <a:pt x="0" y="154940"/>
                    <a:pt x="3810" y="134620"/>
                    <a:pt x="11430" y="118110"/>
                  </a:cubicBezTo>
                  <a:cubicBezTo>
                    <a:pt x="19050" y="100330"/>
                    <a:pt x="29210" y="83820"/>
                    <a:pt x="45720" y="72390"/>
                  </a:cubicBezTo>
                  <a:cubicBezTo>
                    <a:pt x="64770" y="58420"/>
                    <a:pt x="124460" y="46990"/>
                    <a:pt x="124460" y="46990"/>
                  </a:cubicBezTo>
                </a:path>
              </a:pathLst>
            </a:custGeom>
            <a:solidFill>
              <a:srgbClr val="88A3C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1" name="Group 21"/>
          <p:cNvGrpSpPr/>
          <p:nvPr/>
        </p:nvGrpSpPr>
        <p:grpSpPr>
          <a:xfrm rot="-5466542">
            <a:off x="13425147" y="1315976"/>
            <a:ext cx="287533" cy="490131"/>
            <a:chOff x="0" y="0"/>
            <a:chExt cx="468630" cy="798830"/>
          </a:xfrm>
        </p:grpSpPr>
        <p:sp>
          <p:nvSpPr>
            <p:cNvPr id="22" name="Freeform 22"/>
            <p:cNvSpPr/>
            <p:nvPr/>
          </p:nvSpPr>
          <p:spPr>
            <a:xfrm>
              <a:off x="44450" y="43180"/>
              <a:ext cx="379730" cy="706120"/>
            </a:xfrm>
            <a:custGeom>
              <a:avLst/>
              <a:gdLst/>
              <a:ahLst/>
              <a:cxnLst/>
              <a:rect l="l" t="t" r="r" b="b"/>
              <a:pathLst>
                <a:path w="379730" h="706120">
                  <a:moveTo>
                    <a:pt x="236220" y="106680"/>
                  </a:moveTo>
                  <a:cubicBezTo>
                    <a:pt x="299720" y="463550"/>
                    <a:pt x="356870" y="494030"/>
                    <a:pt x="369570" y="533400"/>
                  </a:cubicBezTo>
                  <a:cubicBezTo>
                    <a:pt x="379730" y="562610"/>
                    <a:pt x="377190" y="591820"/>
                    <a:pt x="369570" y="617220"/>
                  </a:cubicBezTo>
                  <a:cubicBezTo>
                    <a:pt x="360680" y="641350"/>
                    <a:pt x="339090" y="668020"/>
                    <a:pt x="317500" y="683260"/>
                  </a:cubicBezTo>
                  <a:cubicBezTo>
                    <a:pt x="295910" y="697230"/>
                    <a:pt x="262890" y="706120"/>
                    <a:pt x="236220" y="703580"/>
                  </a:cubicBezTo>
                  <a:cubicBezTo>
                    <a:pt x="210820" y="702310"/>
                    <a:pt x="179070" y="689610"/>
                    <a:pt x="160020" y="671830"/>
                  </a:cubicBezTo>
                  <a:cubicBezTo>
                    <a:pt x="139700" y="655320"/>
                    <a:pt x="121920" y="626110"/>
                    <a:pt x="116840" y="599440"/>
                  </a:cubicBezTo>
                  <a:cubicBezTo>
                    <a:pt x="111760" y="574040"/>
                    <a:pt x="119380" y="538480"/>
                    <a:pt x="127000" y="516890"/>
                  </a:cubicBezTo>
                  <a:cubicBezTo>
                    <a:pt x="133350" y="501650"/>
                    <a:pt x="139700" y="492760"/>
                    <a:pt x="151130" y="482600"/>
                  </a:cubicBezTo>
                  <a:cubicBezTo>
                    <a:pt x="168910" y="467360"/>
                    <a:pt x="203200" y="449580"/>
                    <a:pt x="226060" y="444500"/>
                  </a:cubicBezTo>
                  <a:cubicBezTo>
                    <a:pt x="241300" y="440690"/>
                    <a:pt x="252730" y="440690"/>
                    <a:pt x="267970" y="444500"/>
                  </a:cubicBezTo>
                  <a:cubicBezTo>
                    <a:pt x="289560" y="449580"/>
                    <a:pt x="325120" y="469900"/>
                    <a:pt x="341630" y="485140"/>
                  </a:cubicBezTo>
                  <a:cubicBezTo>
                    <a:pt x="353060" y="495300"/>
                    <a:pt x="359410" y="504190"/>
                    <a:pt x="364490" y="519430"/>
                  </a:cubicBezTo>
                  <a:cubicBezTo>
                    <a:pt x="372110" y="541020"/>
                    <a:pt x="375920" y="580390"/>
                    <a:pt x="373380" y="603250"/>
                  </a:cubicBezTo>
                  <a:cubicBezTo>
                    <a:pt x="370840" y="618490"/>
                    <a:pt x="365760" y="629920"/>
                    <a:pt x="356870" y="642620"/>
                  </a:cubicBezTo>
                  <a:cubicBezTo>
                    <a:pt x="342900" y="660400"/>
                    <a:pt x="312420" y="685800"/>
                    <a:pt x="292100" y="695960"/>
                  </a:cubicBezTo>
                  <a:cubicBezTo>
                    <a:pt x="278130" y="702310"/>
                    <a:pt x="266700" y="704850"/>
                    <a:pt x="251460" y="704850"/>
                  </a:cubicBezTo>
                  <a:cubicBezTo>
                    <a:pt x="228600" y="703580"/>
                    <a:pt x="198120" y="695960"/>
                    <a:pt x="170180" y="680720"/>
                  </a:cubicBezTo>
                  <a:cubicBezTo>
                    <a:pt x="135890" y="662940"/>
                    <a:pt x="90170" y="631190"/>
                    <a:pt x="67310" y="594360"/>
                  </a:cubicBezTo>
                  <a:cubicBezTo>
                    <a:pt x="43180" y="554990"/>
                    <a:pt x="41910" y="508000"/>
                    <a:pt x="31750" y="449580"/>
                  </a:cubicBezTo>
                  <a:cubicBezTo>
                    <a:pt x="19050" y="364490"/>
                    <a:pt x="0" y="200660"/>
                    <a:pt x="6350" y="130810"/>
                  </a:cubicBezTo>
                  <a:cubicBezTo>
                    <a:pt x="10160" y="95250"/>
                    <a:pt x="15240" y="71120"/>
                    <a:pt x="27940" y="52070"/>
                  </a:cubicBezTo>
                  <a:cubicBezTo>
                    <a:pt x="38100" y="35560"/>
                    <a:pt x="52070" y="22860"/>
                    <a:pt x="69850" y="15240"/>
                  </a:cubicBezTo>
                  <a:cubicBezTo>
                    <a:pt x="91440" y="6350"/>
                    <a:pt x="125730" y="0"/>
                    <a:pt x="151130" y="7620"/>
                  </a:cubicBezTo>
                  <a:cubicBezTo>
                    <a:pt x="175260" y="13970"/>
                    <a:pt x="203200" y="35560"/>
                    <a:pt x="217170" y="54610"/>
                  </a:cubicBezTo>
                  <a:cubicBezTo>
                    <a:pt x="228600" y="69850"/>
                    <a:pt x="236220" y="106680"/>
                    <a:pt x="236220" y="106680"/>
                  </a:cubicBezTo>
                </a:path>
              </a:pathLst>
            </a:custGeom>
            <a:solidFill>
              <a:srgbClr val="88A3CE"/>
            </a:solidFill>
            <a:ln cap="sq">
              <a:noFill/>
              <a:prstDash val="solid"/>
              <a:miter/>
            </a:ln>
          </p:spPr>
        </p:sp>
      </p:grpSp>
      <p:sp>
        <p:nvSpPr>
          <p:cNvPr id="23" name="Freeform 23"/>
          <p:cNvSpPr/>
          <p:nvPr/>
        </p:nvSpPr>
        <p:spPr>
          <a:xfrm>
            <a:off x="15412853" y="-367037"/>
            <a:ext cx="3692894" cy="2316452"/>
          </a:xfrm>
          <a:custGeom>
            <a:avLst/>
            <a:gdLst/>
            <a:ahLst/>
            <a:cxnLst/>
            <a:rect l="l" t="t" r="r" b="b"/>
            <a:pathLst>
              <a:path w="3692894" h="2316452">
                <a:moveTo>
                  <a:pt x="0" y="0"/>
                </a:moveTo>
                <a:lnTo>
                  <a:pt x="3692894" y="0"/>
                </a:lnTo>
                <a:lnTo>
                  <a:pt x="3692894" y="2316451"/>
                </a:lnTo>
                <a:lnTo>
                  <a:pt x="0" y="231645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 rot="-1008282" flipH="1">
            <a:off x="15390590" y="2224730"/>
            <a:ext cx="2659752" cy="3491322"/>
          </a:xfrm>
          <a:custGeom>
            <a:avLst/>
            <a:gdLst/>
            <a:ahLst/>
            <a:cxnLst/>
            <a:rect l="l" t="t" r="r" b="b"/>
            <a:pathLst>
              <a:path w="2659752" h="3491322">
                <a:moveTo>
                  <a:pt x="2659753" y="0"/>
                </a:moveTo>
                <a:lnTo>
                  <a:pt x="0" y="0"/>
                </a:lnTo>
                <a:lnTo>
                  <a:pt x="0" y="3491322"/>
                </a:lnTo>
                <a:lnTo>
                  <a:pt x="2659753" y="3491322"/>
                </a:lnTo>
                <a:lnTo>
                  <a:pt x="2659753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4335907" y="1216956"/>
            <a:ext cx="9616186" cy="2671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80"/>
              </a:lnSpc>
            </a:pPr>
            <a:r>
              <a:rPr lang="en-US" sz="7700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Thank you for your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1276</Words>
  <Application>Microsoft Office PowerPoint</Application>
  <PresentationFormat>Custom</PresentationFormat>
  <Paragraphs>141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Coco Gothic</vt:lpstr>
      <vt:lpstr>Arial</vt:lpstr>
      <vt:lpstr>TAN Headline</vt:lpstr>
      <vt:lpstr>Coco Gothic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JAVA PROJECT</dc:title>
  <dc:creator>Vanshika Munjal</dc:creator>
  <cp:lastModifiedBy>Vanshika Munjal</cp:lastModifiedBy>
  <cp:revision>1</cp:revision>
  <dcterms:created xsi:type="dcterms:W3CDTF">2006-08-16T00:00:00Z</dcterms:created>
  <dcterms:modified xsi:type="dcterms:W3CDTF">2025-05-02T16:51:27Z</dcterms:modified>
  <dc:identifier>DAGlYj1FL7M</dc:identifier>
</cp:coreProperties>
</file>